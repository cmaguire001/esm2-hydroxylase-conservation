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slideLayouts/slideLayout4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0" r:id="rId1"/>
    <p:sldMasterId id="2147483657" r:id="rId2"/>
    <p:sldMasterId id="2147483653" r:id="rId3"/>
  </p:sldMasterIdLst>
  <p:notesMasterIdLst>
    <p:notesMasterId r:id="rId5"/>
  </p:notesMasterIdLst>
  <p:handoutMasterIdLst>
    <p:handoutMasterId r:id="rId6"/>
  </p:handoutMasterIdLst>
  <p:sldIdLst>
    <p:sldId id="286" r:id="rId4"/>
  </p:sldIdLst>
  <p:sldSz cx="35999738" cy="35999738"/>
  <p:notesSz cx="6858000" cy="9144000"/>
  <p:defaultTextStyle>
    <a:defPPr>
      <a:defRPr lang="en-US"/>
    </a:defPPr>
    <a:lvl1pPr marL="0" algn="l" defTabSz="3599776" rtl="0" eaLnBrk="1" latinLnBrk="0" hangingPunct="1">
      <a:defRPr sz="7100" kern="1200">
        <a:solidFill>
          <a:schemeClr val="tx1"/>
        </a:solidFill>
        <a:latin typeface="+mn-lt"/>
        <a:ea typeface="+mn-ea"/>
        <a:cs typeface="+mn-cs"/>
      </a:defRPr>
    </a:lvl1pPr>
    <a:lvl2pPr marL="1799889" algn="l" defTabSz="3599776" rtl="0" eaLnBrk="1" latinLnBrk="0" hangingPunct="1">
      <a:defRPr sz="7100" kern="1200">
        <a:solidFill>
          <a:schemeClr val="tx1"/>
        </a:solidFill>
        <a:latin typeface="+mn-lt"/>
        <a:ea typeface="+mn-ea"/>
        <a:cs typeface="+mn-cs"/>
      </a:defRPr>
    </a:lvl2pPr>
    <a:lvl3pPr marL="3599776" algn="l" defTabSz="3599776" rtl="0" eaLnBrk="1" latinLnBrk="0" hangingPunct="1">
      <a:defRPr sz="7100" kern="1200">
        <a:solidFill>
          <a:schemeClr val="tx1"/>
        </a:solidFill>
        <a:latin typeface="+mn-lt"/>
        <a:ea typeface="+mn-ea"/>
        <a:cs typeface="+mn-cs"/>
      </a:defRPr>
    </a:lvl3pPr>
    <a:lvl4pPr marL="5399664" algn="l" defTabSz="3599776" rtl="0" eaLnBrk="1" latinLnBrk="0" hangingPunct="1">
      <a:defRPr sz="7100" kern="1200">
        <a:solidFill>
          <a:schemeClr val="tx1"/>
        </a:solidFill>
        <a:latin typeface="+mn-lt"/>
        <a:ea typeface="+mn-ea"/>
        <a:cs typeface="+mn-cs"/>
      </a:defRPr>
    </a:lvl4pPr>
    <a:lvl5pPr marL="7199552" algn="l" defTabSz="3599776" rtl="0" eaLnBrk="1" latinLnBrk="0" hangingPunct="1">
      <a:defRPr sz="7100" kern="1200">
        <a:solidFill>
          <a:schemeClr val="tx1"/>
        </a:solidFill>
        <a:latin typeface="+mn-lt"/>
        <a:ea typeface="+mn-ea"/>
        <a:cs typeface="+mn-cs"/>
      </a:defRPr>
    </a:lvl5pPr>
    <a:lvl6pPr marL="8999441" algn="l" defTabSz="3599776" rtl="0" eaLnBrk="1" latinLnBrk="0" hangingPunct="1">
      <a:defRPr sz="7100" kern="1200">
        <a:solidFill>
          <a:schemeClr val="tx1"/>
        </a:solidFill>
        <a:latin typeface="+mn-lt"/>
        <a:ea typeface="+mn-ea"/>
        <a:cs typeface="+mn-cs"/>
      </a:defRPr>
    </a:lvl6pPr>
    <a:lvl7pPr marL="10799330" algn="l" defTabSz="3599776" rtl="0" eaLnBrk="1" latinLnBrk="0" hangingPunct="1">
      <a:defRPr sz="7100" kern="1200">
        <a:solidFill>
          <a:schemeClr val="tx1"/>
        </a:solidFill>
        <a:latin typeface="+mn-lt"/>
        <a:ea typeface="+mn-ea"/>
        <a:cs typeface="+mn-cs"/>
      </a:defRPr>
    </a:lvl7pPr>
    <a:lvl8pPr marL="12599217" algn="l" defTabSz="3599776" rtl="0" eaLnBrk="1" latinLnBrk="0" hangingPunct="1">
      <a:defRPr sz="7100" kern="1200">
        <a:solidFill>
          <a:schemeClr val="tx1"/>
        </a:solidFill>
        <a:latin typeface="+mn-lt"/>
        <a:ea typeface="+mn-ea"/>
        <a:cs typeface="+mn-cs"/>
      </a:defRPr>
    </a:lvl8pPr>
    <a:lvl9pPr marL="14399106" algn="l" defTabSz="3599776" rtl="0" eaLnBrk="1" latinLnBrk="0" hangingPunct="1">
      <a:defRPr sz="71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A.KOTOULAS" initials="AK" lastIdx="2" clrIdx="0"/>
  <p:cmAuthor id="1" name="A.KOTOULAS" initials="HELP" lastIdx="1" clrIdx="1"/>
  <p:cmAuthor id="2" name="A.KOTOULAS" initials="HELP - " lastIdx="1" clrIdx="2"/>
  <p:cmAuthor id="3" name="PosterPresentations.com - 510.649.3001" initials="HELP - " lastIdx="1" clrIdx="3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3E9E5"/>
    <a:srgbClr val="EAEAEA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659" autoAdjust="0"/>
    <p:restoredTop sz="93284" autoAdjust="0"/>
  </p:normalViewPr>
  <p:slideViewPr>
    <p:cSldViewPr snapToGrid="0" snapToObjects="1" showGuides="1">
      <p:cViewPr>
        <p:scale>
          <a:sx n="30" d="100"/>
          <a:sy n="30" d="100"/>
        </p:scale>
        <p:origin x="-72" y="1878"/>
      </p:cViewPr>
      <p:guideLst>
        <p:guide orient="horz" pos="3629"/>
        <p:guide orient="horz" pos="315"/>
        <p:guide orient="horz" pos="22047"/>
        <p:guide orient="horz"/>
        <p:guide pos="477"/>
        <p:guide pos="2220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 showGuides="1">
      <p:cViewPr varScale="1">
        <p:scale>
          <a:sx n="83" d="100"/>
          <a:sy n="83" d="100"/>
        </p:scale>
        <p:origin x="-2730" y="-84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7" Type="http://schemas.openxmlformats.org/officeDocument/2006/relationships/commentAuthors" Target="commentAuthor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handoutMaster" Target="handoutMasters/handoutMaster1.xml"/><Relationship Id="rId11" Type="http://schemas.openxmlformats.org/officeDocument/2006/relationships/tableStyles" Target="tableStyles.xml"/><Relationship Id="rId5" Type="http://schemas.openxmlformats.org/officeDocument/2006/relationships/notesMaster" Target="notesMasters/notesMaster1.xml"/><Relationship Id="rId10" Type="http://schemas.openxmlformats.org/officeDocument/2006/relationships/theme" Target="theme/theme1.xml"/><Relationship Id="rId4" Type="http://schemas.openxmlformats.org/officeDocument/2006/relationships/slide" Target="slides/slide1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158C5BC-9A70-462C-B28D-9600239EAC64}" type="datetimeFigureOut">
              <a:rPr lang="en-US" smtClean="0"/>
              <a:pPr/>
              <a:t>7/1/2013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C131B7-05CA-4AEE-9267-6D0ED4DC84F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232752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6CC2317-6751-4CD4-9995-8782DD78E936}" type="datetimeFigureOut">
              <a:rPr lang="en-US" smtClean="0"/>
              <a:pPr/>
              <a:t>7/1/2013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714500" y="685800"/>
            <a:ext cx="3429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6A1A87D-CAF7-4BDC-A0D3-C0DBEDE8161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91127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3599776" rtl="0" eaLnBrk="1" latinLnBrk="0" hangingPunct="1">
      <a:defRPr sz="4800" kern="1200">
        <a:solidFill>
          <a:schemeClr val="tx1"/>
        </a:solidFill>
        <a:latin typeface="+mn-lt"/>
        <a:ea typeface="+mn-ea"/>
        <a:cs typeface="+mn-cs"/>
      </a:defRPr>
    </a:lvl1pPr>
    <a:lvl2pPr marL="1799889" algn="l" defTabSz="3599776" rtl="0" eaLnBrk="1" latinLnBrk="0" hangingPunct="1">
      <a:defRPr sz="4800" kern="1200">
        <a:solidFill>
          <a:schemeClr val="tx1"/>
        </a:solidFill>
        <a:latin typeface="+mn-lt"/>
        <a:ea typeface="+mn-ea"/>
        <a:cs typeface="+mn-cs"/>
      </a:defRPr>
    </a:lvl2pPr>
    <a:lvl3pPr marL="3599776" algn="l" defTabSz="3599776" rtl="0" eaLnBrk="1" latinLnBrk="0" hangingPunct="1">
      <a:defRPr sz="4800" kern="1200">
        <a:solidFill>
          <a:schemeClr val="tx1"/>
        </a:solidFill>
        <a:latin typeface="+mn-lt"/>
        <a:ea typeface="+mn-ea"/>
        <a:cs typeface="+mn-cs"/>
      </a:defRPr>
    </a:lvl3pPr>
    <a:lvl4pPr marL="5399664" algn="l" defTabSz="3599776" rtl="0" eaLnBrk="1" latinLnBrk="0" hangingPunct="1">
      <a:defRPr sz="4800" kern="1200">
        <a:solidFill>
          <a:schemeClr val="tx1"/>
        </a:solidFill>
        <a:latin typeface="+mn-lt"/>
        <a:ea typeface="+mn-ea"/>
        <a:cs typeface="+mn-cs"/>
      </a:defRPr>
    </a:lvl4pPr>
    <a:lvl5pPr marL="7199552" algn="l" defTabSz="3599776" rtl="0" eaLnBrk="1" latinLnBrk="0" hangingPunct="1">
      <a:defRPr sz="4800" kern="1200">
        <a:solidFill>
          <a:schemeClr val="tx1"/>
        </a:solidFill>
        <a:latin typeface="+mn-lt"/>
        <a:ea typeface="+mn-ea"/>
        <a:cs typeface="+mn-cs"/>
      </a:defRPr>
    </a:lvl5pPr>
    <a:lvl6pPr marL="8999441" algn="l" defTabSz="3599776" rtl="0" eaLnBrk="1" latinLnBrk="0" hangingPunct="1">
      <a:defRPr sz="4800" kern="1200">
        <a:solidFill>
          <a:schemeClr val="tx1"/>
        </a:solidFill>
        <a:latin typeface="+mn-lt"/>
        <a:ea typeface="+mn-ea"/>
        <a:cs typeface="+mn-cs"/>
      </a:defRPr>
    </a:lvl6pPr>
    <a:lvl7pPr marL="10799330" algn="l" defTabSz="3599776" rtl="0" eaLnBrk="1" latinLnBrk="0" hangingPunct="1">
      <a:defRPr sz="4800" kern="1200">
        <a:solidFill>
          <a:schemeClr val="tx1"/>
        </a:solidFill>
        <a:latin typeface="+mn-lt"/>
        <a:ea typeface="+mn-ea"/>
        <a:cs typeface="+mn-cs"/>
      </a:defRPr>
    </a:lvl7pPr>
    <a:lvl8pPr marL="12599217" algn="l" defTabSz="3599776" rtl="0" eaLnBrk="1" latinLnBrk="0" hangingPunct="1">
      <a:defRPr sz="4800" kern="1200">
        <a:solidFill>
          <a:schemeClr val="tx1"/>
        </a:solidFill>
        <a:latin typeface="+mn-lt"/>
        <a:ea typeface="+mn-ea"/>
        <a:cs typeface="+mn-cs"/>
      </a:defRPr>
    </a:lvl8pPr>
    <a:lvl9pPr marL="14399106" algn="l" defTabSz="3599776" rtl="0" eaLnBrk="1" latinLnBrk="0" hangingPunct="1">
      <a:defRPr sz="48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714500" y="685800"/>
            <a:ext cx="3429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A1A87D-CAF7-4BDC-A0D3-C0DBEDE81619}" type="slidenum">
              <a:rPr lang="en-US" smtClean="0"/>
              <a:pPr/>
              <a:t>1</a:t>
            </a:fld>
            <a:endParaRPr 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tandard 4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865937" y="499999"/>
            <a:ext cx="26254710" cy="1583322"/>
          </a:xfrm>
          <a:prstGeom prst="rect">
            <a:avLst/>
          </a:prstGeom>
        </p:spPr>
        <p:txBody>
          <a:bodyPr lIns="74996" tIns="37497" rIns="74996" bIns="37497" anchor="ctr" anchorCtr="0"/>
          <a:lstStyle>
            <a:lvl1pPr>
              <a:defRPr sz="9400" b="1"/>
            </a:lvl1pPr>
          </a:lstStyle>
          <a:p>
            <a:r>
              <a:rPr lang="en-US" dirty="0" smtClean="0"/>
              <a:t>Click here to add the poster title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741620" y="6425826"/>
            <a:ext cx="17002878" cy="732057"/>
          </a:xfrm>
          <a:prstGeom prst="rect">
            <a:avLst/>
          </a:prstGeom>
        </p:spPr>
        <p:txBody>
          <a:bodyPr wrap="square" lIns="187489" tIns="187489" rIns="187489" bIns="187489">
            <a:spAutoFit/>
          </a:bodyPr>
          <a:lstStyle>
            <a:lvl1pPr marL="0" indent="0">
              <a:buNone/>
              <a:defRPr sz="2300">
                <a:latin typeface="Trebuchet MS" pitchFamily="34" charset="0"/>
              </a:defRPr>
            </a:lvl1pPr>
            <a:lvl2pPr marL="1218674" indent="-468721">
              <a:defRPr sz="2100">
                <a:latin typeface="Trebuchet MS" pitchFamily="34" charset="0"/>
              </a:defRPr>
            </a:lvl2pPr>
            <a:lvl3pPr marL="1687395" indent="-468721">
              <a:defRPr sz="2100">
                <a:latin typeface="Trebuchet MS" pitchFamily="34" charset="0"/>
              </a:defRPr>
            </a:lvl3pPr>
            <a:lvl4pPr marL="2202988" indent="-515593">
              <a:defRPr sz="2100">
                <a:latin typeface="Trebuchet MS" pitchFamily="34" charset="0"/>
              </a:defRPr>
            </a:lvl4pPr>
            <a:lvl5pPr marL="2577965" indent="-374977">
              <a:defRPr sz="2100">
                <a:latin typeface="Trebuchet MS" pitchFamily="34" charset="0"/>
              </a:defRPr>
            </a:lvl5pPr>
          </a:lstStyle>
          <a:p>
            <a:pPr lvl="0"/>
            <a:r>
              <a:rPr lang="en-US" dirty="0" smtClean="0"/>
              <a:t>Type in or paste your text here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1" hasCustomPrompt="1"/>
          </p:nvPr>
        </p:nvSpPr>
        <p:spPr>
          <a:xfrm>
            <a:off x="756509" y="5758641"/>
            <a:ext cx="16989457" cy="656336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 wrap="square" lIns="74996" tIns="74996" rIns="74996" bIns="74996" anchor="ctr" anchorCtr="0">
            <a:spAutoFit/>
          </a:bodyPr>
          <a:lstStyle>
            <a:lvl1pPr algn="ctr">
              <a:buNone/>
              <a:defRPr sz="33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smtClean="0"/>
              <a:t>(click to edit) INTRODUCTION or ABSTRACT</a:t>
            </a:r>
            <a:endParaRPr lang="en-US" dirty="0"/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5" hasCustomPrompt="1"/>
          </p:nvPr>
        </p:nvSpPr>
        <p:spPr>
          <a:xfrm>
            <a:off x="749994" y="1249991"/>
            <a:ext cx="3624974" cy="2749980"/>
          </a:xfrm>
          <a:prstGeom prst="rect">
            <a:avLst/>
          </a:prstGeom>
        </p:spPr>
        <p:txBody>
          <a:bodyPr lIns="74996" tIns="37497" rIns="74996" bIns="37497" anchor="ctr"/>
          <a:lstStyle>
            <a:lvl1pPr algn="ctr">
              <a:buNone/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dirty="0" smtClean="0"/>
              <a:t>LOGO</a:t>
            </a:r>
            <a:endParaRPr lang="en-US" dirty="0"/>
          </a:p>
        </p:txBody>
      </p:sp>
      <p:sp>
        <p:nvSpPr>
          <p:cNvPr id="18" name="Picture Placeholder 13"/>
          <p:cNvSpPr>
            <a:spLocks noGrp="1"/>
          </p:cNvSpPr>
          <p:nvPr>
            <p:ph type="pic" sz="quarter" idx="18" hasCustomPrompt="1"/>
          </p:nvPr>
        </p:nvSpPr>
        <p:spPr>
          <a:xfrm>
            <a:off x="31624770" y="1333324"/>
            <a:ext cx="3624974" cy="2749980"/>
          </a:xfrm>
          <a:prstGeom prst="rect">
            <a:avLst/>
          </a:prstGeom>
        </p:spPr>
        <p:txBody>
          <a:bodyPr lIns="74996" tIns="37497" rIns="74996" bIns="37497" anchor="ctr"/>
          <a:lstStyle>
            <a:lvl1pPr algn="ctr">
              <a:buNone/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dirty="0" smtClean="0"/>
              <a:t>LOGO</a:t>
            </a:r>
            <a:endParaRPr lang="en-US" dirty="0"/>
          </a:p>
        </p:txBody>
      </p:sp>
      <p:sp>
        <p:nvSpPr>
          <p:cNvPr id="20" name="Text Placeholder 5"/>
          <p:cNvSpPr>
            <a:spLocks noGrp="1"/>
          </p:cNvSpPr>
          <p:nvPr>
            <p:ph type="body" sz="quarter" idx="20" hasCustomPrompt="1"/>
          </p:nvPr>
        </p:nvSpPr>
        <p:spPr>
          <a:xfrm>
            <a:off x="756506" y="15542881"/>
            <a:ext cx="16993608" cy="656336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 wrap="square" lIns="74996" tIns="74996" rIns="74996" bIns="74996" anchor="ctr" anchorCtr="0">
            <a:spAutoFit/>
          </a:bodyPr>
          <a:lstStyle>
            <a:lvl1pPr algn="ctr">
              <a:buNone/>
              <a:defRPr sz="33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smtClean="0"/>
              <a:t>(click to edit)  OBJECTIVES</a:t>
            </a:r>
            <a:endParaRPr lang="en-US" dirty="0"/>
          </a:p>
        </p:txBody>
      </p:sp>
      <p:sp>
        <p:nvSpPr>
          <p:cNvPr id="25" name="Text Placeholder 5"/>
          <p:cNvSpPr>
            <a:spLocks noGrp="1"/>
          </p:cNvSpPr>
          <p:nvPr>
            <p:ph type="body" sz="quarter" idx="25" hasCustomPrompt="1"/>
          </p:nvPr>
        </p:nvSpPr>
        <p:spPr>
          <a:xfrm>
            <a:off x="18256379" y="5758641"/>
            <a:ext cx="16989237" cy="656336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 wrap="square" lIns="74996" tIns="74996" rIns="74996" bIns="74996" anchor="ctr" anchorCtr="0">
            <a:spAutoFit/>
          </a:bodyPr>
          <a:lstStyle>
            <a:lvl1pPr algn="ctr">
              <a:buNone/>
              <a:defRPr sz="33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smtClean="0"/>
              <a:t>(click to edit)  CONCLUSIONS</a:t>
            </a:r>
            <a:endParaRPr lang="en-US" dirty="0"/>
          </a:p>
        </p:txBody>
      </p:sp>
      <p:sp>
        <p:nvSpPr>
          <p:cNvPr id="26" name="Text Placeholder 3"/>
          <p:cNvSpPr>
            <a:spLocks noGrp="1"/>
          </p:cNvSpPr>
          <p:nvPr>
            <p:ph type="body" sz="quarter" idx="26" hasCustomPrompt="1"/>
          </p:nvPr>
        </p:nvSpPr>
        <p:spPr>
          <a:xfrm>
            <a:off x="18256379" y="6425826"/>
            <a:ext cx="16989237" cy="732057"/>
          </a:xfrm>
          <a:prstGeom prst="rect">
            <a:avLst/>
          </a:prstGeom>
        </p:spPr>
        <p:txBody>
          <a:bodyPr wrap="square" lIns="187489" tIns="187489" rIns="187489" bIns="187489">
            <a:spAutoFit/>
          </a:bodyPr>
          <a:lstStyle>
            <a:lvl1pPr marL="0" indent="0">
              <a:buNone/>
              <a:defRPr sz="2300">
                <a:latin typeface="Trebuchet MS" pitchFamily="34" charset="0"/>
              </a:defRPr>
            </a:lvl1pPr>
            <a:lvl2pPr marL="1218674" indent="-468721">
              <a:defRPr sz="2100">
                <a:latin typeface="Trebuchet MS" pitchFamily="34" charset="0"/>
              </a:defRPr>
            </a:lvl2pPr>
            <a:lvl3pPr marL="1687395" indent="-468721">
              <a:defRPr sz="2100">
                <a:latin typeface="Trebuchet MS" pitchFamily="34" charset="0"/>
              </a:defRPr>
            </a:lvl3pPr>
            <a:lvl4pPr marL="2202988" indent="-515593">
              <a:defRPr sz="2100">
                <a:latin typeface="Trebuchet MS" pitchFamily="34" charset="0"/>
              </a:defRPr>
            </a:lvl4pPr>
            <a:lvl5pPr marL="2577965" indent="-374977">
              <a:defRPr sz="2100">
                <a:latin typeface="Trebuchet MS" pitchFamily="34" charset="0"/>
              </a:defRPr>
            </a:lvl5pPr>
          </a:lstStyle>
          <a:p>
            <a:pPr lvl="0"/>
            <a:r>
              <a:rPr lang="en-US" dirty="0" smtClean="0"/>
              <a:t>Type in or paste your text here</a:t>
            </a:r>
            <a:endParaRPr lang="en-US" dirty="0"/>
          </a:p>
        </p:txBody>
      </p:sp>
      <p:sp>
        <p:nvSpPr>
          <p:cNvPr id="27" name="Text Placeholder 5"/>
          <p:cNvSpPr>
            <a:spLocks noGrp="1"/>
          </p:cNvSpPr>
          <p:nvPr>
            <p:ph type="body" sz="quarter" idx="27" hasCustomPrompt="1"/>
          </p:nvPr>
        </p:nvSpPr>
        <p:spPr>
          <a:xfrm>
            <a:off x="18256379" y="15561869"/>
            <a:ext cx="16984570" cy="656336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 wrap="square" lIns="74996" tIns="74996" rIns="74996" bIns="74996" anchor="ctr" anchorCtr="0">
            <a:spAutoFit/>
          </a:bodyPr>
          <a:lstStyle>
            <a:lvl1pPr algn="ctr">
              <a:buNone/>
              <a:defRPr sz="33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smtClean="0"/>
              <a:t>(click to edit)  REFERENCES</a:t>
            </a:r>
            <a:endParaRPr lang="en-US" dirty="0"/>
          </a:p>
        </p:txBody>
      </p:sp>
      <p:sp>
        <p:nvSpPr>
          <p:cNvPr id="28" name="Text Placeholder 3"/>
          <p:cNvSpPr>
            <a:spLocks noGrp="1"/>
          </p:cNvSpPr>
          <p:nvPr>
            <p:ph type="body" sz="quarter" idx="28" hasCustomPrompt="1"/>
          </p:nvPr>
        </p:nvSpPr>
        <p:spPr>
          <a:xfrm>
            <a:off x="18249868" y="16229051"/>
            <a:ext cx="16991081" cy="732057"/>
          </a:xfrm>
          <a:prstGeom prst="rect">
            <a:avLst/>
          </a:prstGeom>
        </p:spPr>
        <p:txBody>
          <a:bodyPr wrap="square" lIns="187489" tIns="187489" rIns="187489" bIns="187489">
            <a:spAutoFit/>
          </a:bodyPr>
          <a:lstStyle>
            <a:lvl1pPr marL="0" indent="0">
              <a:buNone/>
              <a:defRPr sz="2300">
                <a:latin typeface="Trebuchet MS" pitchFamily="34" charset="0"/>
              </a:defRPr>
            </a:lvl1pPr>
            <a:lvl2pPr marL="1218674" indent="-468721">
              <a:defRPr sz="2100">
                <a:latin typeface="Trebuchet MS" pitchFamily="34" charset="0"/>
              </a:defRPr>
            </a:lvl2pPr>
            <a:lvl3pPr marL="1687395" indent="-468721">
              <a:defRPr sz="2100">
                <a:latin typeface="Trebuchet MS" pitchFamily="34" charset="0"/>
              </a:defRPr>
            </a:lvl3pPr>
            <a:lvl4pPr marL="2202988" indent="-515593">
              <a:defRPr sz="2100">
                <a:latin typeface="Trebuchet MS" pitchFamily="34" charset="0"/>
              </a:defRPr>
            </a:lvl4pPr>
            <a:lvl5pPr marL="2577965" indent="-374977">
              <a:defRPr sz="2100">
                <a:latin typeface="Trebuchet MS" pitchFamily="34" charset="0"/>
              </a:defRPr>
            </a:lvl5pPr>
          </a:lstStyle>
          <a:p>
            <a:pPr lvl="0"/>
            <a:r>
              <a:rPr lang="en-US" dirty="0" smtClean="0"/>
              <a:t>Type in or paste your text here</a:t>
            </a:r>
            <a:endParaRPr lang="en-US" dirty="0"/>
          </a:p>
        </p:txBody>
      </p:sp>
      <p:sp>
        <p:nvSpPr>
          <p:cNvPr id="29" name="Text Placeholder 5"/>
          <p:cNvSpPr>
            <a:spLocks noGrp="1"/>
          </p:cNvSpPr>
          <p:nvPr>
            <p:ph type="body" sz="quarter" idx="29" hasCustomPrompt="1"/>
          </p:nvPr>
        </p:nvSpPr>
        <p:spPr>
          <a:xfrm>
            <a:off x="18269549" y="28083131"/>
            <a:ext cx="16976067" cy="656336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 wrap="square" lIns="74996" tIns="74996" rIns="74996" bIns="74996" anchor="ctr" anchorCtr="0">
            <a:spAutoFit/>
          </a:bodyPr>
          <a:lstStyle>
            <a:lvl1pPr algn="ctr">
              <a:buNone/>
              <a:defRPr sz="33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smtClean="0"/>
              <a:t>(click to edit)  ACKNOWLEDGEMENTS or  CONTACT</a:t>
            </a:r>
            <a:endParaRPr lang="en-US" dirty="0"/>
          </a:p>
        </p:txBody>
      </p:sp>
      <p:sp>
        <p:nvSpPr>
          <p:cNvPr id="30" name="Text Placeholder 3"/>
          <p:cNvSpPr>
            <a:spLocks noGrp="1"/>
          </p:cNvSpPr>
          <p:nvPr>
            <p:ph type="body" sz="quarter" idx="30" hasCustomPrompt="1"/>
          </p:nvPr>
        </p:nvSpPr>
        <p:spPr>
          <a:xfrm>
            <a:off x="18256379" y="28767134"/>
            <a:ext cx="16984570" cy="732057"/>
          </a:xfrm>
          <a:prstGeom prst="rect">
            <a:avLst/>
          </a:prstGeom>
        </p:spPr>
        <p:txBody>
          <a:bodyPr wrap="square" lIns="187489" tIns="187489" rIns="187489" bIns="187489">
            <a:spAutoFit/>
          </a:bodyPr>
          <a:lstStyle>
            <a:lvl1pPr marL="0" indent="0">
              <a:buNone/>
              <a:defRPr sz="2300">
                <a:latin typeface="Trebuchet MS" pitchFamily="34" charset="0"/>
              </a:defRPr>
            </a:lvl1pPr>
            <a:lvl2pPr marL="1218674" indent="-468721">
              <a:defRPr sz="2100">
                <a:latin typeface="Trebuchet MS" pitchFamily="34" charset="0"/>
              </a:defRPr>
            </a:lvl2pPr>
            <a:lvl3pPr marL="1687395" indent="-468721">
              <a:defRPr sz="2100">
                <a:latin typeface="Trebuchet MS" pitchFamily="34" charset="0"/>
              </a:defRPr>
            </a:lvl3pPr>
            <a:lvl4pPr marL="2202988" indent="-515593">
              <a:defRPr sz="2100">
                <a:latin typeface="Trebuchet MS" pitchFamily="34" charset="0"/>
              </a:defRPr>
            </a:lvl4pPr>
            <a:lvl5pPr marL="2577965" indent="-374977">
              <a:defRPr sz="2100">
                <a:latin typeface="Trebuchet MS" pitchFamily="34" charset="0"/>
              </a:defRPr>
            </a:lvl5pPr>
          </a:lstStyle>
          <a:p>
            <a:pPr lvl="0"/>
            <a:r>
              <a:rPr lang="en-US" dirty="0" smtClean="0"/>
              <a:t>Type in or paste your text here</a:t>
            </a:r>
            <a:endParaRPr lang="en-US" dirty="0"/>
          </a:p>
        </p:txBody>
      </p:sp>
      <p:sp>
        <p:nvSpPr>
          <p:cNvPr id="111" name="Text Placeholder 5"/>
          <p:cNvSpPr>
            <a:spLocks noGrp="1"/>
          </p:cNvSpPr>
          <p:nvPr>
            <p:ph type="body" sz="quarter" idx="95" hasCustomPrompt="1"/>
          </p:nvPr>
        </p:nvSpPr>
        <p:spPr>
          <a:xfrm>
            <a:off x="-17359248" y="17818377"/>
            <a:ext cx="17065762" cy="656336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 wrap="square" lIns="74996" tIns="74996" rIns="74996" bIns="74996" anchor="ctr" anchorCtr="0">
            <a:spAutoFit/>
          </a:bodyPr>
          <a:lstStyle>
            <a:lvl1pPr algn="ctr">
              <a:buNone/>
              <a:defRPr sz="33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smtClean="0"/>
              <a:t>SECTION HEADER PLACEHOLDER</a:t>
            </a:r>
            <a:endParaRPr lang="en-US" dirty="0"/>
          </a:p>
        </p:txBody>
      </p:sp>
      <p:sp>
        <p:nvSpPr>
          <p:cNvPr id="60" name="Text Placeholder 3"/>
          <p:cNvSpPr>
            <a:spLocks noGrp="1"/>
          </p:cNvSpPr>
          <p:nvPr>
            <p:ph type="body" sz="quarter" idx="96" hasCustomPrompt="1"/>
          </p:nvPr>
        </p:nvSpPr>
        <p:spPr>
          <a:xfrm>
            <a:off x="741620" y="16257348"/>
            <a:ext cx="17004346" cy="732057"/>
          </a:xfrm>
          <a:prstGeom prst="rect">
            <a:avLst/>
          </a:prstGeom>
        </p:spPr>
        <p:txBody>
          <a:bodyPr wrap="square" lIns="187489" tIns="187489" rIns="187489" bIns="187489">
            <a:spAutoFit/>
          </a:bodyPr>
          <a:lstStyle>
            <a:lvl1pPr marL="0" indent="0">
              <a:buNone/>
              <a:defRPr sz="2300">
                <a:latin typeface="Trebuchet MS" pitchFamily="34" charset="0"/>
              </a:defRPr>
            </a:lvl1pPr>
            <a:lvl2pPr marL="1218674" indent="-468721">
              <a:defRPr sz="2100">
                <a:latin typeface="Trebuchet MS" pitchFamily="34" charset="0"/>
              </a:defRPr>
            </a:lvl2pPr>
            <a:lvl3pPr marL="1687395" indent="-468721">
              <a:defRPr sz="2100">
                <a:latin typeface="Trebuchet MS" pitchFamily="34" charset="0"/>
              </a:defRPr>
            </a:lvl3pPr>
            <a:lvl4pPr marL="2202988" indent="-515593">
              <a:defRPr sz="2100">
                <a:latin typeface="Trebuchet MS" pitchFamily="34" charset="0"/>
              </a:defRPr>
            </a:lvl4pPr>
            <a:lvl5pPr marL="2577965" indent="-374977">
              <a:defRPr sz="2100">
                <a:latin typeface="Trebuchet MS" pitchFamily="34" charset="0"/>
              </a:defRPr>
            </a:lvl5pPr>
          </a:lstStyle>
          <a:p>
            <a:pPr lvl="0"/>
            <a:r>
              <a:rPr lang="en-US" dirty="0" smtClean="0"/>
              <a:t>Type in or paste your text here</a:t>
            </a:r>
            <a:endParaRPr lang="en-US" dirty="0"/>
          </a:p>
        </p:txBody>
      </p:sp>
      <p:sp>
        <p:nvSpPr>
          <p:cNvPr id="103" name="Text Placeholder 3"/>
          <p:cNvSpPr>
            <a:spLocks noGrp="1"/>
          </p:cNvSpPr>
          <p:nvPr>
            <p:ph type="body" sz="quarter" idx="107" hasCustomPrompt="1"/>
          </p:nvPr>
        </p:nvSpPr>
        <p:spPr>
          <a:xfrm>
            <a:off x="-17359248" y="21406094"/>
            <a:ext cx="17081387" cy="732057"/>
          </a:xfrm>
          <a:prstGeom prst="rect">
            <a:avLst/>
          </a:prstGeom>
        </p:spPr>
        <p:txBody>
          <a:bodyPr wrap="square" lIns="187489" tIns="187489" rIns="187489" bIns="187489">
            <a:spAutoFit/>
          </a:bodyPr>
          <a:lstStyle>
            <a:lvl1pPr marL="0" indent="0">
              <a:buNone/>
              <a:defRPr sz="2300" baseline="0">
                <a:latin typeface="Trebuchet MS" pitchFamily="34" charset="0"/>
              </a:defRPr>
            </a:lvl1pPr>
            <a:lvl2pPr marL="1218674" indent="-468721">
              <a:defRPr sz="2100">
                <a:latin typeface="Trebuchet MS" pitchFamily="34" charset="0"/>
              </a:defRPr>
            </a:lvl2pPr>
            <a:lvl3pPr marL="1687395" indent="-468721">
              <a:defRPr sz="2100">
                <a:latin typeface="Trebuchet MS" pitchFamily="34" charset="0"/>
              </a:defRPr>
            </a:lvl3pPr>
            <a:lvl4pPr marL="2202988" indent="-515593">
              <a:defRPr sz="2100">
                <a:latin typeface="Trebuchet MS" pitchFamily="34" charset="0"/>
              </a:defRPr>
            </a:lvl4pPr>
            <a:lvl5pPr marL="2577965" indent="-374977">
              <a:defRPr sz="2100">
                <a:latin typeface="Trebuchet MS" pitchFamily="34" charset="0"/>
              </a:defRPr>
            </a:lvl5pPr>
          </a:lstStyle>
          <a:p>
            <a:pPr lvl="0"/>
            <a:r>
              <a:rPr lang="en-US" dirty="0" smtClean="0"/>
              <a:t>TEXT PLACEHOLDER</a:t>
            </a:r>
            <a:endParaRPr lang="en-US" dirty="0"/>
          </a:p>
        </p:txBody>
      </p:sp>
      <p:sp>
        <p:nvSpPr>
          <p:cNvPr id="51" name="Text Placeholder 3"/>
          <p:cNvSpPr>
            <a:spLocks noGrp="1"/>
          </p:cNvSpPr>
          <p:nvPr>
            <p:ph type="body" sz="quarter" idx="116" hasCustomPrompt="1"/>
          </p:nvPr>
        </p:nvSpPr>
        <p:spPr>
          <a:xfrm>
            <a:off x="-17359248" y="21406094"/>
            <a:ext cx="17081387" cy="732057"/>
          </a:xfrm>
          <a:prstGeom prst="rect">
            <a:avLst/>
          </a:prstGeom>
        </p:spPr>
        <p:txBody>
          <a:bodyPr wrap="square" lIns="187489" tIns="187489" rIns="187489" bIns="187489">
            <a:spAutoFit/>
          </a:bodyPr>
          <a:lstStyle>
            <a:lvl1pPr marL="0" indent="0">
              <a:buNone/>
              <a:defRPr sz="2300" baseline="0">
                <a:latin typeface="Trebuchet MS" pitchFamily="34" charset="0"/>
              </a:defRPr>
            </a:lvl1pPr>
            <a:lvl2pPr marL="1218674" indent="-468721">
              <a:defRPr sz="2100">
                <a:latin typeface="Trebuchet MS" pitchFamily="34" charset="0"/>
              </a:defRPr>
            </a:lvl2pPr>
            <a:lvl3pPr marL="1687395" indent="-468721">
              <a:defRPr sz="2100">
                <a:latin typeface="Trebuchet MS" pitchFamily="34" charset="0"/>
              </a:defRPr>
            </a:lvl3pPr>
            <a:lvl4pPr marL="2202988" indent="-515593">
              <a:defRPr sz="2100">
                <a:latin typeface="Trebuchet MS" pitchFamily="34" charset="0"/>
              </a:defRPr>
            </a:lvl4pPr>
            <a:lvl5pPr marL="2577965" indent="-374977">
              <a:defRPr sz="2100">
                <a:latin typeface="Trebuchet MS" pitchFamily="34" charset="0"/>
              </a:defRPr>
            </a:lvl5pPr>
          </a:lstStyle>
          <a:p>
            <a:pPr lvl="0"/>
            <a:r>
              <a:rPr lang="en-US" dirty="0" smtClean="0"/>
              <a:t>TEXT PLACEHOLDER</a:t>
            </a:r>
            <a:endParaRPr lang="en-US" dirty="0"/>
          </a:p>
        </p:txBody>
      </p:sp>
      <p:sp>
        <p:nvSpPr>
          <p:cNvPr id="52" name="Text Placeholder 3"/>
          <p:cNvSpPr>
            <a:spLocks noGrp="1"/>
          </p:cNvSpPr>
          <p:nvPr>
            <p:ph type="body" sz="quarter" idx="117" hasCustomPrompt="1"/>
          </p:nvPr>
        </p:nvSpPr>
        <p:spPr>
          <a:xfrm>
            <a:off x="-17359248" y="21406094"/>
            <a:ext cx="17081387" cy="732057"/>
          </a:xfrm>
          <a:prstGeom prst="rect">
            <a:avLst/>
          </a:prstGeom>
        </p:spPr>
        <p:txBody>
          <a:bodyPr wrap="square" lIns="187489" tIns="187489" rIns="187489" bIns="187489">
            <a:spAutoFit/>
          </a:bodyPr>
          <a:lstStyle>
            <a:lvl1pPr marL="0" indent="0">
              <a:buNone/>
              <a:defRPr sz="2300" baseline="0">
                <a:latin typeface="Trebuchet MS" pitchFamily="34" charset="0"/>
              </a:defRPr>
            </a:lvl1pPr>
            <a:lvl2pPr marL="1218674" indent="-468721">
              <a:defRPr sz="2100">
                <a:latin typeface="Trebuchet MS" pitchFamily="34" charset="0"/>
              </a:defRPr>
            </a:lvl2pPr>
            <a:lvl3pPr marL="1687395" indent="-468721">
              <a:defRPr sz="2100">
                <a:latin typeface="Trebuchet MS" pitchFamily="34" charset="0"/>
              </a:defRPr>
            </a:lvl3pPr>
            <a:lvl4pPr marL="2202988" indent="-515593">
              <a:defRPr sz="2100">
                <a:latin typeface="Trebuchet MS" pitchFamily="34" charset="0"/>
              </a:defRPr>
            </a:lvl4pPr>
            <a:lvl5pPr marL="2577965" indent="-374977">
              <a:defRPr sz="2100">
                <a:latin typeface="Trebuchet MS" pitchFamily="34" charset="0"/>
              </a:defRPr>
            </a:lvl5pPr>
          </a:lstStyle>
          <a:p>
            <a:pPr lvl="0"/>
            <a:r>
              <a:rPr lang="en-US" dirty="0" smtClean="0"/>
              <a:t>TEXT PLACEHOLDER</a:t>
            </a:r>
            <a:endParaRPr lang="en-US" dirty="0"/>
          </a:p>
        </p:txBody>
      </p:sp>
      <p:sp>
        <p:nvSpPr>
          <p:cNvPr id="53" name="Text Placeholder 3"/>
          <p:cNvSpPr>
            <a:spLocks noGrp="1"/>
          </p:cNvSpPr>
          <p:nvPr>
            <p:ph type="body" sz="quarter" idx="118" hasCustomPrompt="1"/>
          </p:nvPr>
        </p:nvSpPr>
        <p:spPr>
          <a:xfrm>
            <a:off x="-17359248" y="21406094"/>
            <a:ext cx="17081387" cy="732057"/>
          </a:xfrm>
          <a:prstGeom prst="rect">
            <a:avLst/>
          </a:prstGeom>
        </p:spPr>
        <p:txBody>
          <a:bodyPr wrap="square" lIns="187489" tIns="187489" rIns="187489" bIns="187489">
            <a:spAutoFit/>
          </a:bodyPr>
          <a:lstStyle>
            <a:lvl1pPr marL="0" indent="0">
              <a:buNone/>
              <a:defRPr sz="2300" baseline="0">
                <a:latin typeface="Trebuchet MS" pitchFamily="34" charset="0"/>
              </a:defRPr>
            </a:lvl1pPr>
            <a:lvl2pPr marL="1218674" indent="-468721">
              <a:defRPr sz="2100">
                <a:latin typeface="Trebuchet MS" pitchFamily="34" charset="0"/>
              </a:defRPr>
            </a:lvl2pPr>
            <a:lvl3pPr marL="1687395" indent="-468721">
              <a:defRPr sz="2100">
                <a:latin typeface="Trebuchet MS" pitchFamily="34" charset="0"/>
              </a:defRPr>
            </a:lvl3pPr>
            <a:lvl4pPr marL="2202988" indent="-515593">
              <a:defRPr sz="2100">
                <a:latin typeface="Trebuchet MS" pitchFamily="34" charset="0"/>
              </a:defRPr>
            </a:lvl4pPr>
            <a:lvl5pPr marL="2577965" indent="-374977">
              <a:defRPr sz="2100">
                <a:latin typeface="Trebuchet MS" pitchFamily="34" charset="0"/>
              </a:defRPr>
            </a:lvl5pPr>
          </a:lstStyle>
          <a:p>
            <a:pPr lvl="0"/>
            <a:r>
              <a:rPr lang="en-US" dirty="0" smtClean="0"/>
              <a:t>TEXT PLACEHOLDER</a:t>
            </a:r>
            <a:endParaRPr lang="en-US" dirty="0"/>
          </a:p>
        </p:txBody>
      </p:sp>
      <p:sp>
        <p:nvSpPr>
          <p:cNvPr id="54" name="Text Placeholder 3"/>
          <p:cNvSpPr>
            <a:spLocks noGrp="1"/>
          </p:cNvSpPr>
          <p:nvPr>
            <p:ph type="body" sz="quarter" idx="119" hasCustomPrompt="1"/>
          </p:nvPr>
        </p:nvSpPr>
        <p:spPr>
          <a:xfrm>
            <a:off x="-17359248" y="21406094"/>
            <a:ext cx="17081387" cy="732057"/>
          </a:xfrm>
          <a:prstGeom prst="rect">
            <a:avLst/>
          </a:prstGeom>
        </p:spPr>
        <p:txBody>
          <a:bodyPr wrap="square" lIns="187489" tIns="187489" rIns="187489" bIns="187489">
            <a:spAutoFit/>
          </a:bodyPr>
          <a:lstStyle>
            <a:lvl1pPr marL="0" indent="0">
              <a:buNone/>
              <a:defRPr sz="2300" baseline="0">
                <a:latin typeface="Trebuchet MS" pitchFamily="34" charset="0"/>
              </a:defRPr>
            </a:lvl1pPr>
            <a:lvl2pPr marL="1218674" indent="-468721">
              <a:defRPr sz="2100">
                <a:latin typeface="Trebuchet MS" pitchFamily="34" charset="0"/>
              </a:defRPr>
            </a:lvl2pPr>
            <a:lvl3pPr marL="1687395" indent="-468721">
              <a:defRPr sz="2100">
                <a:latin typeface="Trebuchet MS" pitchFamily="34" charset="0"/>
              </a:defRPr>
            </a:lvl3pPr>
            <a:lvl4pPr marL="2202988" indent="-515593">
              <a:defRPr sz="2100">
                <a:latin typeface="Trebuchet MS" pitchFamily="34" charset="0"/>
              </a:defRPr>
            </a:lvl4pPr>
            <a:lvl5pPr marL="2577965" indent="-374977">
              <a:defRPr sz="2100">
                <a:latin typeface="Trebuchet MS" pitchFamily="34" charset="0"/>
              </a:defRPr>
            </a:lvl5pPr>
          </a:lstStyle>
          <a:p>
            <a:pPr lvl="0"/>
            <a:r>
              <a:rPr lang="en-US" dirty="0" smtClean="0"/>
              <a:t>TEXT PLACEHOLDER</a:t>
            </a:r>
            <a:endParaRPr lang="en-US" dirty="0"/>
          </a:p>
        </p:txBody>
      </p:sp>
      <p:sp>
        <p:nvSpPr>
          <p:cNvPr id="55" name="Text Placeholder 3"/>
          <p:cNvSpPr>
            <a:spLocks noGrp="1"/>
          </p:cNvSpPr>
          <p:nvPr>
            <p:ph type="body" sz="quarter" idx="120" hasCustomPrompt="1"/>
          </p:nvPr>
        </p:nvSpPr>
        <p:spPr>
          <a:xfrm>
            <a:off x="-17359248" y="21406094"/>
            <a:ext cx="17081387" cy="732057"/>
          </a:xfrm>
          <a:prstGeom prst="rect">
            <a:avLst/>
          </a:prstGeom>
        </p:spPr>
        <p:txBody>
          <a:bodyPr wrap="square" lIns="187489" tIns="187489" rIns="187489" bIns="187489">
            <a:spAutoFit/>
          </a:bodyPr>
          <a:lstStyle>
            <a:lvl1pPr marL="0" indent="0">
              <a:buNone/>
              <a:defRPr sz="2300" baseline="0">
                <a:latin typeface="Trebuchet MS" pitchFamily="34" charset="0"/>
              </a:defRPr>
            </a:lvl1pPr>
            <a:lvl2pPr marL="1218674" indent="-468721">
              <a:defRPr sz="2100">
                <a:latin typeface="Trebuchet MS" pitchFamily="34" charset="0"/>
              </a:defRPr>
            </a:lvl2pPr>
            <a:lvl3pPr marL="1687395" indent="-468721">
              <a:defRPr sz="2100">
                <a:latin typeface="Trebuchet MS" pitchFamily="34" charset="0"/>
              </a:defRPr>
            </a:lvl3pPr>
            <a:lvl4pPr marL="2202988" indent="-515593">
              <a:defRPr sz="2100">
                <a:latin typeface="Trebuchet MS" pitchFamily="34" charset="0"/>
              </a:defRPr>
            </a:lvl4pPr>
            <a:lvl5pPr marL="2577965" indent="-374977">
              <a:defRPr sz="2100">
                <a:latin typeface="Trebuchet MS" pitchFamily="34" charset="0"/>
              </a:defRPr>
            </a:lvl5pPr>
          </a:lstStyle>
          <a:p>
            <a:pPr lvl="0"/>
            <a:r>
              <a:rPr lang="en-US" dirty="0" smtClean="0"/>
              <a:t>TEXT PLACEHOLDER</a:t>
            </a:r>
            <a:endParaRPr lang="en-US" dirty="0"/>
          </a:p>
        </p:txBody>
      </p:sp>
      <p:sp>
        <p:nvSpPr>
          <p:cNvPr id="56" name="Text Placeholder 3"/>
          <p:cNvSpPr>
            <a:spLocks noGrp="1"/>
          </p:cNvSpPr>
          <p:nvPr>
            <p:ph type="body" sz="quarter" idx="121" hasCustomPrompt="1"/>
          </p:nvPr>
        </p:nvSpPr>
        <p:spPr>
          <a:xfrm>
            <a:off x="-17359248" y="21406094"/>
            <a:ext cx="17081387" cy="732057"/>
          </a:xfrm>
          <a:prstGeom prst="rect">
            <a:avLst/>
          </a:prstGeom>
        </p:spPr>
        <p:txBody>
          <a:bodyPr wrap="square" lIns="187489" tIns="187489" rIns="187489" bIns="187489">
            <a:spAutoFit/>
          </a:bodyPr>
          <a:lstStyle>
            <a:lvl1pPr marL="0" indent="0">
              <a:buNone/>
              <a:defRPr sz="2300" baseline="0">
                <a:latin typeface="Trebuchet MS" pitchFamily="34" charset="0"/>
              </a:defRPr>
            </a:lvl1pPr>
            <a:lvl2pPr marL="1218674" indent="-468721">
              <a:defRPr sz="2100">
                <a:latin typeface="Trebuchet MS" pitchFamily="34" charset="0"/>
              </a:defRPr>
            </a:lvl2pPr>
            <a:lvl3pPr marL="1687395" indent="-468721">
              <a:defRPr sz="2100">
                <a:latin typeface="Trebuchet MS" pitchFamily="34" charset="0"/>
              </a:defRPr>
            </a:lvl3pPr>
            <a:lvl4pPr marL="2202988" indent="-515593">
              <a:defRPr sz="2100">
                <a:latin typeface="Trebuchet MS" pitchFamily="34" charset="0"/>
              </a:defRPr>
            </a:lvl4pPr>
            <a:lvl5pPr marL="2577965" indent="-374977">
              <a:defRPr sz="2100">
                <a:latin typeface="Trebuchet MS" pitchFamily="34" charset="0"/>
              </a:defRPr>
            </a:lvl5pPr>
          </a:lstStyle>
          <a:p>
            <a:pPr lvl="0"/>
            <a:r>
              <a:rPr lang="en-US" dirty="0" smtClean="0"/>
              <a:t>TEXT PLACEHOLDER</a:t>
            </a:r>
            <a:endParaRPr lang="en-US" dirty="0"/>
          </a:p>
        </p:txBody>
      </p:sp>
      <p:sp>
        <p:nvSpPr>
          <p:cNvPr id="57" name="Text Placeholder 3"/>
          <p:cNvSpPr>
            <a:spLocks noGrp="1"/>
          </p:cNvSpPr>
          <p:nvPr>
            <p:ph type="body" sz="quarter" idx="122" hasCustomPrompt="1"/>
          </p:nvPr>
        </p:nvSpPr>
        <p:spPr>
          <a:xfrm>
            <a:off x="-17359248" y="21406094"/>
            <a:ext cx="17081387" cy="732057"/>
          </a:xfrm>
          <a:prstGeom prst="rect">
            <a:avLst/>
          </a:prstGeom>
        </p:spPr>
        <p:txBody>
          <a:bodyPr wrap="square" lIns="187489" tIns="187489" rIns="187489" bIns="187489">
            <a:spAutoFit/>
          </a:bodyPr>
          <a:lstStyle>
            <a:lvl1pPr marL="0" indent="0">
              <a:buNone/>
              <a:defRPr sz="2300" baseline="0">
                <a:latin typeface="Trebuchet MS" pitchFamily="34" charset="0"/>
              </a:defRPr>
            </a:lvl1pPr>
            <a:lvl2pPr marL="1218674" indent="-468721">
              <a:defRPr sz="2100">
                <a:latin typeface="Trebuchet MS" pitchFamily="34" charset="0"/>
              </a:defRPr>
            </a:lvl2pPr>
            <a:lvl3pPr marL="1687395" indent="-468721">
              <a:defRPr sz="2100">
                <a:latin typeface="Trebuchet MS" pitchFamily="34" charset="0"/>
              </a:defRPr>
            </a:lvl3pPr>
            <a:lvl4pPr marL="2202988" indent="-515593">
              <a:defRPr sz="2100">
                <a:latin typeface="Trebuchet MS" pitchFamily="34" charset="0"/>
              </a:defRPr>
            </a:lvl4pPr>
            <a:lvl5pPr marL="2577965" indent="-374977">
              <a:defRPr sz="2100">
                <a:latin typeface="Trebuchet MS" pitchFamily="34" charset="0"/>
              </a:defRPr>
            </a:lvl5pPr>
          </a:lstStyle>
          <a:p>
            <a:pPr lvl="0"/>
            <a:r>
              <a:rPr lang="en-US" dirty="0" smtClean="0"/>
              <a:t>TEXT PLACEHOLDER</a:t>
            </a:r>
            <a:endParaRPr lang="en-US" dirty="0"/>
          </a:p>
        </p:txBody>
      </p:sp>
      <p:sp>
        <p:nvSpPr>
          <p:cNvPr id="58" name="Text Placeholder 3"/>
          <p:cNvSpPr>
            <a:spLocks noGrp="1"/>
          </p:cNvSpPr>
          <p:nvPr>
            <p:ph type="body" sz="quarter" idx="123" hasCustomPrompt="1"/>
          </p:nvPr>
        </p:nvSpPr>
        <p:spPr>
          <a:xfrm>
            <a:off x="-17359248" y="21406094"/>
            <a:ext cx="17081387" cy="732057"/>
          </a:xfrm>
          <a:prstGeom prst="rect">
            <a:avLst/>
          </a:prstGeom>
        </p:spPr>
        <p:txBody>
          <a:bodyPr wrap="square" lIns="187489" tIns="187489" rIns="187489" bIns="187489">
            <a:spAutoFit/>
          </a:bodyPr>
          <a:lstStyle>
            <a:lvl1pPr marL="0" indent="0">
              <a:buNone/>
              <a:defRPr sz="2300" baseline="0">
                <a:latin typeface="Trebuchet MS" pitchFamily="34" charset="0"/>
              </a:defRPr>
            </a:lvl1pPr>
            <a:lvl2pPr marL="1218674" indent="-468721">
              <a:defRPr sz="2100">
                <a:latin typeface="Trebuchet MS" pitchFamily="34" charset="0"/>
              </a:defRPr>
            </a:lvl2pPr>
            <a:lvl3pPr marL="1687395" indent="-468721">
              <a:defRPr sz="2100">
                <a:latin typeface="Trebuchet MS" pitchFamily="34" charset="0"/>
              </a:defRPr>
            </a:lvl3pPr>
            <a:lvl4pPr marL="2202988" indent="-515593">
              <a:defRPr sz="2100">
                <a:latin typeface="Trebuchet MS" pitchFamily="34" charset="0"/>
              </a:defRPr>
            </a:lvl4pPr>
            <a:lvl5pPr marL="2577965" indent="-374977">
              <a:defRPr sz="2100">
                <a:latin typeface="Trebuchet MS" pitchFamily="34" charset="0"/>
              </a:defRPr>
            </a:lvl5pPr>
          </a:lstStyle>
          <a:p>
            <a:pPr lvl="0"/>
            <a:r>
              <a:rPr lang="en-US" dirty="0" smtClean="0"/>
              <a:t>TEXT PLACEHOLDER</a:t>
            </a:r>
            <a:endParaRPr lang="en-US" dirty="0"/>
          </a:p>
        </p:txBody>
      </p:sp>
      <p:sp>
        <p:nvSpPr>
          <p:cNvPr id="59" name="Text Placeholder 3"/>
          <p:cNvSpPr>
            <a:spLocks noGrp="1"/>
          </p:cNvSpPr>
          <p:nvPr>
            <p:ph type="body" sz="quarter" idx="124" hasCustomPrompt="1"/>
          </p:nvPr>
        </p:nvSpPr>
        <p:spPr>
          <a:xfrm>
            <a:off x="-17359248" y="21406094"/>
            <a:ext cx="17081387" cy="732057"/>
          </a:xfrm>
          <a:prstGeom prst="rect">
            <a:avLst/>
          </a:prstGeom>
        </p:spPr>
        <p:txBody>
          <a:bodyPr wrap="square" lIns="187489" tIns="187489" rIns="187489" bIns="187489">
            <a:spAutoFit/>
          </a:bodyPr>
          <a:lstStyle>
            <a:lvl1pPr marL="0" indent="0">
              <a:buNone/>
              <a:defRPr sz="2300" baseline="0">
                <a:latin typeface="Trebuchet MS" pitchFamily="34" charset="0"/>
              </a:defRPr>
            </a:lvl1pPr>
            <a:lvl2pPr marL="1218674" indent="-468721">
              <a:defRPr sz="2100">
                <a:latin typeface="Trebuchet MS" pitchFamily="34" charset="0"/>
              </a:defRPr>
            </a:lvl2pPr>
            <a:lvl3pPr marL="1687395" indent="-468721">
              <a:defRPr sz="2100">
                <a:latin typeface="Trebuchet MS" pitchFamily="34" charset="0"/>
              </a:defRPr>
            </a:lvl3pPr>
            <a:lvl4pPr marL="2202988" indent="-515593">
              <a:defRPr sz="2100">
                <a:latin typeface="Trebuchet MS" pitchFamily="34" charset="0"/>
              </a:defRPr>
            </a:lvl4pPr>
            <a:lvl5pPr marL="2577965" indent="-374977">
              <a:defRPr sz="2100">
                <a:latin typeface="Trebuchet MS" pitchFamily="34" charset="0"/>
              </a:defRPr>
            </a:lvl5pPr>
          </a:lstStyle>
          <a:p>
            <a:pPr lvl="0"/>
            <a:r>
              <a:rPr lang="en-US" dirty="0" smtClean="0"/>
              <a:t>TEXT PLACEHOLDER</a:t>
            </a:r>
            <a:endParaRPr lang="en-US" dirty="0"/>
          </a:p>
        </p:txBody>
      </p:sp>
      <p:sp>
        <p:nvSpPr>
          <p:cNvPr id="61" name="Text Placeholder 3"/>
          <p:cNvSpPr>
            <a:spLocks noGrp="1"/>
          </p:cNvSpPr>
          <p:nvPr>
            <p:ph type="body" sz="quarter" idx="125" hasCustomPrompt="1"/>
          </p:nvPr>
        </p:nvSpPr>
        <p:spPr>
          <a:xfrm>
            <a:off x="-17359248" y="21406094"/>
            <a:ext cx="17081387" cy="732057"/>
          </a:xfrm>
          <a:prstGeom prst="rect">
            <a:avLst/>
          </a:prstGeom>
        </p:spPr>
        <p:txBody>
          <a:bodyPr wrap="square" lIns="187489" tIns="187489" rIns="187489" bIns="187489">
            <a:spAutoFit/>
          </a:bodyPr>
          <a:lstStyle>
            <a:lvl1pPr marL="0" indent="0">
              <a:buNone/>
              <a:defRPr sz="2300" baseline="0">
                <a:latin typeface="Trebuchet MS" pitchFamily="34" charset="0"/>
              </a:defRPr>
            </a:lvl1pPr>
            <a:lvl2pPr marL="1218674" indent="-468721">
              <a:defRPr sz="2100">
                <a:latin typeface="Trebuchet MS" pitchFamily="34" charset="0"/>
              </a:defRPr>
            </a:lvl2pPr>
            <a:lvl3pPr marL="1687395" indent="-468721">
              <a:defRPr sz="2100">
                <a:latin typeface="Trebuchet MS" pitchFamily="34" charset="0"/>
              </a:defRPr>
            </a:lvl3pPr>
            <a:lvl4pPr marL="2202988" indent="-515593">
              <a:defRPr sz="2100">
                <a:latin typeface="Trebuchet MS" pitchFamily="34" charset="0"/>
              </a:defRPr>
            </a:lvl4pPr>
            <a:lvl5pPr marL="2577965" indent="-374977">
              <a:defRPr sz="2100">
                <a:latin typeface="Trebuchet MS" pitchFamily="34" charset="0"/>
              </a:defRPr>
            </a:lvl5pPr>
          </a:lstStyle>
          <a:p>
            <a:pPr lvl="0"/>
            <a:r>
              <a:rPr lang="en-US" dirty="0" smtClean="0"/>
              <a:t>TEXT PLACEHOLDER</a:t>
            </a:r>
            <a:endParaRPr lang="en-US" dirty="0"/>
          </a:p>
        </p:txBody>
      </p:sp>
      <p:sp>
        <p:nvSpPr>
          <p:cNvPr id="83" name="Picture Placeholder 13"/>
          <p:cNvSpPr>
            <a:spLocks noGrp="1"/>
          </p:cNvSpPr>
          <p:nvPr>
            <p:ph type="pic" sz="quarter" idx="115" hasCustomPrompt="1"/>
          </p:nvPr>
        </p:nvSpPr>
        <p:spPr>
          <a:xfrm>
            <a:off x="-13116434" y="25406066"/>
            <a:ext cx="8536121" cy="6964697"/>
          </a:xfrm>
          <a:prstGeom prst="rect">
            <a:avLst/>
          </a:prstGeom>
          <a:solidFill>
            <a:schemeClr val="bg2"/>
          </a:solidFill>
          <a:ln>
            <a:solidFill>
              <a:schemeClr val="tx2"/>
            </a:solidFill>
          </a:ln>
          <a:effectLst/>
        </p:spPr>
        <p:txBody>
          <a:bodyPr lIns="74996" tIns="37497" rIns="74996" bIns="37497" anchor="ctr"/>
          <a:lstStyle>
            <a:lvl1pPr marL="0" indent="0" algn="ctr">
              <a:buNone/>
              <a:defRPr sz="3300" b="0" baseline="0">
                <a:solidFill>
                  <a:schemeClr val="tx2"/>
                </a:solidFill>
              </a:defRPr>
            </a:lvl1pPr>
          </a:lstStyle>
          <a:p>
            <a:r>
              <a:rPr lang="en-US" dirty="0" smtClean="0"/>
              <a:t>PICTURE PLACEHOLDER</a:t>
            </a:r>
            <a:endParaRPr lang="en-US" dirty="0"/>
          </a:p>
        </p:txBody>
      </p:sp>
      <p:sp>
        <p:nvSpPr>
          <p:cNvPr id="84" name="Picture Placeholder 13"/>
          <p:cNvSpPr>
            <a:spLocks noGrp="1"/>
          </p:cNvSpPr>
          <p:nvPr>
            <p:ph type="pic" sz="quarter" idx="126" hasCustomPrompt="1"/>
          </p:nvPr>
        </p:nvSpPr>
        <p:spPr>
          <a:xfrm>
            <a:off x="-13116434" y="25406066"/>
            <a:ext cx="8536121" cy="6964697"/>
          </a:xfrm>
          <a:prstGeom prst="rect">
            <a:avLst/>
          </a:prstGeom>
          <a:solidFill>
            <a:schemeClr val="bg2"/>
          </a:solidFill>
          <a:ln>
            <a:solidFill>
              <a:schemeClr val="tx2"/>
            </a:solidFill>
          </a:ln>
          <a:effectLst/>
        </p:spPr>
        <p:txBody>
          <a:bodyPr lIns="74996" tIns="37497" rIns="74996" bIns="37497" anchor="ctr"/>
          <a:lstStyle>
            <a:lvl1pPr marL="0" indent="0" algn="ctr">
              <a:buNone/>
              <a:defRPr sz="3300" b="0" baseline="0">
                <a:solidFill>
                  <a:schemeClr val="tx2"/>
                </a:solidFill>
              </a:defRPr>
            </a:lvl1pPr>
          </a:lstStyle>
          <a:p>
            <a:r>
              <a:rPr lang="en-US" dirty="0" smtClean="0"/>
              <a:t>PICTURE PLACEHOLDER</a:t>
            </a:r>
            <a:endParaRPr lang="en-US" dirty="0"/>
          </a:p>
        </p:txBody>
      </p:sp>
      <p:sp>
        <p:nvSpPr>
          <p:cNvPr id="85" name="Picture Placeholder 13"/>
          <p:cNvSpPr>
            <a:spLocks noGrp="1"/>
          </p:cNvSpPr>
          <p:nvPr>
            <p:ph type="pic" sz="quarter" idx="127" hasCustomPrompt="1"/>
          </p:nvPr>
        </p:nvSpPr>
        <p:spPr>
          <a:xfrm>
            <a:off x="-13116434" y="25406066"/>
            <a:ext cx="8536121" cy="6964697"/>
          </a:xfrm>
          <a:prstGeom prst="rect">
            <a:avLst/>
          </a:prstGeom>
          <a:solidFill>
            <a:schemeClr val="bg2"/>
          </a:solidFill>
          <a:ln>
            <a:solidFill>
              <a:schemeClr val="tx2"/>
            </a:solidFill>
          </a:ln>
          <a:effectLst/>
        </p:spPr>
        <p:txBody>
          <a:bodyPr lIns="74996" tIns="37497" rIns="74996" bIns="37497" anchor="ctr"/>
          <a:lstStyle>
            <a:lvl1pPr marL="0" indent="0" algn="ctr">
              <a:buNone/>
              <a:defRPr sz="3300" b="0" baseline="0">
                <a:solidFill>
                  <a:schemeClr val="tx2"/>
                </a:solidFill>
              </a:defRPr>
            </a:lvl1pPr>
          </a:lstStyle>
          <a:p>
            <a:r>
              <a:rPr lang="en-US" dirty="0" smtClean="0"/>
              <a:t>PICTURE PLACEHOLDER</a:t>
            </a:r>
            <a:endParaRPr lang="en-US" dirty="0"/>
          </a:p>
        </p:txBody>
      </p:sp>
      <p:sp>
        <p:nvSpPr>
          <p:cNvPr id="86" name="Picture Placeholder 13"/>
          <p:cNvSpPr>
            <a:spLocks noGrp="1"/>
          </p:cNvSpPr>
          <p:nvPr>
            <p:ph type="pic" sz="quarter" idx="128" hasCustomPrompt="1"/>
          </p:nvPr>
        </p:nvSpPr>
        <p:spPr>
          <a:xfrm>
            <a:off x="-13116434" y="25406066"/>
            <a:ext cx="8536121" cy="6964697"/>
          </a:xfrm>
          <a:prstGeom prst="rect">
            <a:avLst/>
          </a:prstGeom>
          <a:solidFill>
            <a:schemeClr val="bg2"/>
          </a:solidFill>
          <a:ln>
            <a:solidFill>
              <a:schemeClr val="tx2"/>
            </a:solidFill>
          </a:ln>
          <a:effectLst/>
        </p:spPr>
        <p:txBody>
          <a:bodyPr lIns="74996" tIns="37497" rIns="74996" bIns="37497" anchor="ctr"/>
          <a:lstStyle>
            <a:lvl1pPr marL="0" indent="0" algn="ctr">
              <a:buNone/>
              <a:defRPr sz="3300" b="0" baseline="0">
                <a:solidFill>
                  <a:schemeClr val="tx2"/>
                </a:solidFill>
              </a:defRPr>
            </a:lvl1pPr>
          </a:lstStyle>
          <a:p>
            <a:r>
              <a:rPr lang="en-US" dirty="0" smtClean="0"/>
              <a:t>PICTURE PLACEHOLDER</a:t>
            </a:r>
            <a:endParaRPr lang="en-US" dirty="0"/>
          </a:p>
        </p:txBody>
      </p:sp>
      <p:sp>
        <p:nvSpPr>
          <p:cNvPr id="87" name="Picture Placeholder 13"/>
          <p:cNvSpPr>
            <a:spLocks noGrp="1"/>
          </p:cNvSpPr>
          <p:nvPr>
            <p:ph type="pic" sz="quarter" idx="129" hasCustomPrompt="1"/>
          </p:nvPr>
        </p:nvSpPr>
        <p:spPr>
          <a:xfrm>
            <a:off x="-13116434" y="25406066"/>
            <a:ext cx="8536121" cy="6964697"/>
          </a:xfrm>
          <a:prstGeom prst="rect">
            <a:avLst/>
          </a:prstGeom>
          <a:solidFill>
            <a:schemeClr val="bg2"/>
          </a:solidFill>
          <a:ln>
            <a:solidFill>
              <a:schemeClr val="tx2"/>
            </a:solidFill>
          </a:ln>
          <a:effectLst/>
        </p:spPr>
        <p:txBody>
          <a:bodyPr lIns="74996" tIns="37497" rIns="74996" bIns="37497" anchor="ctr"/>
          <a:lstStyle>
            <a:lvl1pPr marL="0" indent="0" algn="ctr">
              <a:buNone/>
              <a:defRPr sz="3300" b="0" baseline="0">
                <a:solidFill>
                  <a:schemeClr val="tx2"/>
                </a:solidFill>
              </a:defRPr>
            </a:lvl1pPr>
          </a:lstStyle>
          <a:p>
            <a:r>
              <a:rPr lang="en-US" dirty="0" smtClean="0"/>
              <a:t>PICTURE PLACEHOLDER</a:t>
            </a:r>
            <a:endParaRPr lang="en-US" dirty="0"/>
          </a:p>
        </p:txBody>
      </p:sp>
      <p:sp>
        <p:nvSpPr>
          <p:cNvPr id="89" name="Picture Placeholder 13"/>
          <p:cNvSpPr>
            <a:spLocks noGrp="1"/>
          </p:cNvSpPr>
          <p:nvPr>
            <p:ph type="pic" sz="quarter" idx="130" hasCustomPrompt="1"/>
          </p:nvPr>
        </p:nvSpPr>
        <p:spPr>
          <a:xfrm>
            <a:off x="-13116434" y="25406066"/>
            <a:ext cx="8536121" cy="6964697"/>
          </a:xfrm>
          <a:prstGeom prst="rect">
            <a:avLst/>
          </a:prstGeom>
          <a:solidFill>
            <a:schemeClr val="bg2"/>
          </a:solidFill>
          <a:ln>
            <a:solidFill>
              <a:schemeClr val="tx2"/>
            </a:solidFill>
          </a:ln>
          <a:effectLst/>
        </p:spPr>
        <p:txBody>
          <a:bodyPr lIns="74996" tIns="37497" rIns="74996" bIns="37497" anchor="ctr"/>
          <a:lstStyle>
            <a:lvl1pPr marL="0" indent="0" algn="ctr">
              <a:buNone/>
              <a:defRPr sz="3300" b="0" baseline="0">
                <a:solidFill>
                  <a:schemeClr val="tx2"/>
                </a:solidFill>
              </a:defRPr>
            </a:lvl1pPr>
          </a:lstStyle>
          <a:p>
            <a:r>
              <a:rPr lang="en-US" dirty="0" smtClean="0"/>
              <a:t>PICTURE PLACEHOLDER</a:t>
            </a:r>
            <a:endParaRPr lang="en-US" dirty="0"/>
          </a:p>
        </p:txBody>
      </p:sp>
      <p:sp>
        <p:nvSpPr>
          <p:cNvPr id="92" name="Picture Placeholder 13"/>
          <p:cNvSpPr>
            <a:spLocks noGrp="1"/>
          </p:cNvSpPr>
          <p:nvPr>
            <p:ph type="pic" sz="quarter" idx="131" hasCustomPrompt="1"/>
          </p:nvPr>
        </p:nvSpPr>
        <p:spPr>
          <a:xfrm>
            <a:off x="-13116434" y="25406066"/>
            <a:ext cx="8536121" cy="6964697"/>
          </a:xfrm>
          <a:prstGeom prst="rect">
            <a:avLst/>
          </a:prstGeom>
          <a:solidFill>
            <a:schemeClr val="bg2"/>
          </a:solidFill>
          <a:ln>
            <a:solidFill>
              <a:schemeClr val="tx2"/>
            </a:solidFill>
          </a:ln>
          <a:effectLst/>
        </p:spPr>
        <p:txBody>
          <a:bodyPr lIns="74996" tIns="37497" rIns="74996" bIns="37497" anchor="ctr"/>
          <a:lstStyle>
            <a:lvl1pPr marL="0" indent="0" algn="ctr">
              <a:buNone/>
              <a:defRPr sz="3300" b="0" baseline="0">
                <a:solidFill>
                  <a:schemeClr val="tx2"/>
                </a:solidFill>
              </a:defRPr>
            </a:lvl1pPr>
          </a:lstStyle>
          <a:p>
            <a:r>
              <a:rPr lang="en-US" dirty="0" smtClean="0"/>
              <a:t>PICTURE PLACEHOLDER</a:t>
            </a:r>
            <a:endParaRPr lang="en-US" dirty="0"/>
          </a:p>
        </p:txBody>
      </p:sp>
      <p:sp>
        <p:nvSpPr>
          <p:cNvPr id="95" name="Picture Placeholder 13"/>
          <p:cNvSpPr>
            <a:spLocks noGrp="1"/>
          </p:cNvSpPr>
          <p:nvPr>
            <p:ph type="pic" sz="quarter" idx="132" hasCustomPrompt="1"/>
          </p:nvPr>
        </p:nvSpPr>
        <p:spPr>
          <a:xfrm>
            <a:off x="-13116434" y="25406066"/>
            <a:ext cx="8536121" cy="6964697"/>
          </a:xfrm>
          <a:prstGeom prst="rect">
            <a:avLst/>
          </a:prstGeom>
          <a:solidFill>
            <a:schemeClr val="bg2"/>
          </a:solidFill>
          <a:ln>
            <a:solidFill>
              <a:schemeClr val="tx2"/>
            </a:solidFill>
          </a:ln>
          <a:effectLst/>
        </p:spPr>
        <p:txBody>
          <a:bodyPr lIns="74996" tIns="37497" rIns="74996" bIns="37497" anchor="ctr"/>
          <a:lstStyle>
            <a:lvl1pPr marL="0" indent="0" algn="ctr">
              <a:buNone/>
              <a:defRPr sz="3300" b="0" baseline="0">
                <a:solidFill>
                  <a:schemeClr val="tx2"/>
                </a:solidFill>
              </a:defRPr>
            </a:lvl1pPr>
          </a:lstStyle>
          <a:p>
            <a:r>
              <a:rPr lang="en-US" dirty="0" smtClean="0"/>
              <a:t>PICTURE PLACEHOLDER</a:t>
            </a:r>
            <a:endParaRPr lang="en-US" dirty="0"/>
          </a:p>
        </p:txBody>
      </p:sp>
      <p:sp>
        <p:nvSpPr>
          <p:cNvPr id="98" name="Picture Placeholder 13"/>
          <p:cNvSpPr>
            <a:spLocks noGrp="1"/>
          </p:cNvSpPr>
          <p:nvPr>
            <p:ph type="pic" sz="quarter" idx="133" hasCustomPrompt="1"/>
          </p:nvPr>
        </p:nvSpPr>
        <p:spPr>
          <a:xfrm>
            <a:off x="-13116434" y="25406066"/>
            <a:ext cx="8536121" cy="6964697"/>
          </a:xfrm>
          <a:prstGeom prst="rect">
            <a:avLst/>
          </a:prstGeom>
          <a:solidFill>
            <a:schemeClr val="bg2"/>
          </a:solidFill>
          <a:ln>
            <a:solidFill>
              <a:schemeClr val="tx2"/>
            </a:solidFill>
          </a:ln>
          <a:effectLst/>
        </p:spPr>
        <p:txBody>
          <a:bodyPr lIns="74996" tIns="37497" rIns="74996" bIns="37497" anchor="ctr"/>
          <a:lstStyle>
            <a:lvl1pPr marL="0" indent="0" algn="ctr">
              <a:buNone/>
              <a:defRPr sz="3300" b="0" baseline="0">
                <a:solidFill>
                  <a:schemeClr val="tx2"/>
                </a:solidFill>
              </a:defRPr>
            </a:lvl1pPr>
          </a:lstStyle>
          <a:p>
            <a:r>
              <a:rPr lang="en-US" dirty="0" smtClean="0"/>
              <a:t>PICTURE PLACEHOLDER</a:t>
            </a:r>
            <a:endParaRPr lang="en-US" dirty="0"/>
          </a:p>
        </p:txBody>
      </p:sp>
      <p:sp>
        <p:nvSpPr>
          <p:cNvPr id="112" name="Picture Placeholder 13"/>
          <p:cNvSpPr>
            <a:spLocks noGrp="1"/>
          </p:cNvSpPr>
          <p:nvPr>
            <p:ph type="pic" sz="quarter" idx="134" hasCustomPrompt="1"/>
          </p:nvPr>
        </p:nvSpPr>
        <p:spPr>
          <a:xfrm>
            <a:off x="-13116434" y="25406066"/>
            <a:ext cx="8536121" cy="6964697"/>
          </a:xfrm>
          <a:prstGeom prst="rect">
            <a:avLst/>
          </a:prstGeom>
          <a:solidFill>
            <a:schemeClr val="bg2"/>
          </a:solidFill>
          <a:ln>
            <a:solidFill>
              <a:schemeClr val="tx2"/>
            </a:solidFill>
          </a:ln>
          <a:effectLst/>
        </p:spPr>
        <p:txBody>
          <a:bodyPr lIns="74996" tIns="37497" rIns="74996" bIns="37497" anchor="ctr"/>
          <a:lstStyle>
            <a:lvl1pPr marL="0" indent="0" algn="ctr">
              <a:buNone/>
              <a:defRPr sz="3300" b="0" baseline="0">
                <a:solidFill>
                  <a:schemeClr val="tx2"/>
                </a:solidFill>
              </a:defRPr>
            </a:lvl1pPr>
          </a:lstStyle>
          <a:p>
            <a:r>
              <a:rPr lang="en-US" dirty="0" smtClean="0"/>
              <a:t>PICTURE PLACEHOLDER</a:t>
            </a:r>
            <a:endParaRPr lang="en-US" dirty="0"/>
          </a:p>
        </p:txBody>
      </p:sp>
      <p:sp>
        <p:nvSpPr>
          <p:cNvPr id="121" name="Picture Placeholder 13"/>
          <p:cNvSpPr>
            <a:spLocks noGrp="1"/>
          </p:cNvSpPr>
          <p:nvPr>
            <p:ph type="pic" sz="quarter" idx="135" hasCustomPrompt="1"/>
          </p:nvPr>
        </p:nvSpPr>
        <p:spPr>
          <a:xfrm>
            <a:off x="-13116434" y="25406066"/>
            <a:ext cx="8536121" cy="6964697"/>
          </a:xfrm>
          <a:prstGeom prst="rect">
            <a:avLst/>
          </a:prstGeom>
          <a:solidFill>
            <a:schemeClr val="bg2"/>
          </a:solidFill>
          <a:ln>
            <a:solidFill>
              <a:schemeClr val="tx2"/>
            </a:solidFill>
          </a:ln>
          <a:effectLst/>
        </p:spPr>
        <p:txBody>
          <a:bodyPr lIns="74996" tIns="37497" rIns="74996" bIns="37497" anchor="ctr"/>
          <a:lstStyle>
            <a:lvl1pPr marL="0" indent="0" algn="ctr">
              <a:buNone/>
              <a:defRPr sz="3300" b="0" baseline="0">
                <a:solidFill>
                  <a:schemeClr val="tx2"/>
                </a:solidFill>
              </a:defRPr>
            </a:lvl1pPr>
          </a:lstStyle>
          <a:p>
            <a:r>
              <a:rPr lang="en-US" dirty="0" smtClean="0"/>
              <a:t>PICTURE PLACEHOLDER</a:t>
            </a:r>
            <a:endParaRPr lang="en-US" dirty="0"/>
          </a:p>
        </p:txBody>
      </p:sp>
      <p:sp>
        <p:nvSpPr>
          <p:cNvPr id="62" name="Text Placeholder 5"/>
          <p:cNvSpPr>
            <a:spLocks noGrp="1"/>
          </p:cNvSpPr>
          <p:nvPr>
            <p:ph type="body" sz="quarter" idx="136" hasCustomPrompt="1"/>
          </p:nvPr>
        </p:nvSpPr>
        <p:spPr>
          <a:xfrm>
            <a:off x="-17359248" y="17818377"/>
            <a:ext cx="17065762" cy="656336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 wrap="square" lIns="74996" tIns="74996" rIns="74996" bIns="74996" anchor="ctr" anchorCtr="0">
            <a:spAutoFit/>
          </a:bodyPr>
          <a:lstStyle>
            <a:lvl1pPr algn="ctr">
              <a:buNone/>
              <a:defRPr sz="33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smtClean="0"/>
              <a:t>SECTION HEADER PLACEHOLDER</a:t>
            </a:r>
            <a:endParaRPr lang="en-US" dirty="0"/>
          </a:p>
        </p:txBody>
      </p:sp>
      <p:sp>
        <p:nvSpPr>
          <p:cNvPr id="63" name="Text Placeholder 5"/>
          <p:cNvSpPr>
            <a:spLocks noGrp="1"/>
          </p:cNvSpPr>
          <p:nvPr>
            <p:ph type="body" sz="quarter" idx="137" hasCustomPrompt="1"/>
          </p:nvPr>
        </p:nvSpPr>
        <p:spPr>
          <a:xfrm>
            <a:off x="-17359248" y="17818377"/>
            <a:ext cx="17065762" cy="656336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 wrap="square" lIns="74996" tIns="74996" rIns="74996" bIns="74996" anchor="ctr" anchorCtr="0">
            <a:spAutoFit/>
          </a:bodyPr>
          <a:lstStyle>
            <a:lvl1pPr algn="ctr">
              <a:buNone/>
              <a:defRPr sz="33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smtClean="0"/>
              <a:t>SECTION HEADER PLACEHOLDER</a:t>
            </a:r>
            <a:endParaRPr lang="en-US" dirty="0"/>
          </a:p>
        </p:txBody>
      </p:sp>
      <p:sp>
        <p:nvSpPr>
          <p:cNvPr id="64" name="Text Placeholder 5"/>
          <p:cNvSpPr>
            <a:spLocks noGrp="1"/>
          </p:cNvSpPr>
          <p:nvPr>
            <p:ph type="body" sz="quarter" idx="138" hasCustomPrompt="1"/>
          </p:nvPr>
        </p:nvSpPr>
        <p:spPr>
          <a:xfrm>
            <a:off x="-17359248" y="17818377"/>
            <a:ext cx="17065762" cy="656336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 wrap="square" lIns="74996" tIns="74996" rIns="74996" bIns="74996" anchor="ctr" anchorCtr="0">
            <a:spAutoFit/>
          </a:bodyPr>
          <a:lstStyle>
            <a:lvl1pPr algn="ctr">
              <a:buNone/>
              <a:defRPr sz="33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smtClean="0"/>
              <a:t>SECTION HEADER PLACEHOLDER</a:t>
            </a:r>
            <a:endParaRPr lang="en-US" dirty="0"/>
          </a:p>
        </p:txBody>
      </p:sp>
      <p:sp>
        <p:nvSpPr>
          <p:cNvPr id="65" name="Text Placeholder 5"/>
          <p:cNvSpPr>
            <a:spLocks noGrp="1"/>
          </p:cNvSpPr>
          <p:nvPr>
            <p:ph type="body" sz="quarter" idx="139" hasCustomPrompt="1"/>
          </p:nvPr>
        </p:nvSpPr>
        <p:spPr>
          <a:xfrm>
            <a:off x="-17359248" y="17818377"/>
            <a:ext cx="17065762" cy="656336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 wrap="square" lIns="74996" tIns="74996" rIns="74996" bIns="74996" anchor="ctr" anchorCtr="0">
            <a:spAutoFit/>
          </a:bodyPr>
          <a:lstStyle>
            <a:lvl1pPr algn="ctr">
              <a:buNone/>
              <a:defRPr sz="33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smtClean="0"/>
              <a:t>SECTION HEADER PLACEHOLDER</a:t>
            </a:r>
            <a:endParaRPr lang="en-US" dirty="0"/>
          </a:p>
        </p:txBody>
      </p:sp>
      <p:sp>
        <p:nvSpPr>
          <p:cNvPr id="66" name="Text Placeholder 5"/>
          <p:cNvSpPr>
            <a:spLocks noGrp="1"/>
          </p:cNvSpPr>
          <p:nvPr>
            <p:ph type="body" sz="quarter" idx="140" hasCustomPrompt="1"/>
          </p:nvPr>
        </p:nvSpPr>
        <p:spPr>
          <a:xfrm>
            <a:off x="-17359248" y="17818377"/>
            <a:ext cx="17065762" cy="656336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 wrap="square" lIns="74996" tIns="74996" rIns="74996" bIns="74996" anchor="ctr" anchorCtr="0">
            <a:spAutoFit/>
          </a:bodyPr>
          <a:lstStyle>
            <a:lvl1pPr algn="ctr">
              <a:buNone/>
              <a:defRPr sz="33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smtClean="0"/>
              <a:t>SECTION HEADER PLACEHOLDER</a:t>
            </a:r>
            <a:endParaRPr lang="en-US" dirty="0"/>
          </a:p>
        </p:txBody>
      </p:sp>
      <p:sp>
        <p:nvSpPr>
          <p:cNvPr id="67" name="Text Placeholder 5"/>
          <p:cNvSpPr>
            <a:spLocks noGrp="1"/>
          </p:cNvSpPr>
          <p:nvPr>
            <p:ph type="body" sz="quarter" idx="141" hasCustomPrompt="1"/>
          </p:nvPr>
        </p:nvSpPr>
        <p:spPr>
          <a:xfrm>
            <a:off x="-17359248" y="17818377"/>
            <a:ext cx="17065762" cy="656336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 wrap="square" lIns="74996" tIns="74996" rIns="74996" bIns="74996" anchor="ctr" anchorCtr="0">
            <a:spAutoFit/>
          </a:bodyPr>
          <a:lstStyle>
            <a:lvl1pPr algn="ctr">
              <a:buNone/>
              <a:defRPr sz="33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smtClean="0"/>
              <a:t>SECTION HEADER PLACEHOLDER</a:t>
            </a:r>
            <a:endParaRPr lang="en-US" dirty="0"/>
          </a:p>
        </p:txBody>
      </p:sp>
      <p:sp>
        <p:nvSpPr>
          <p:cNvPr id="68" name="Text Placeholder 5"/>
          <p:cNvSpPr>
            <a:spLocks noGrp="1"/>
          </p:cNvSpPr>
          <p:nvPr>
            <p:ph type="body" sz="quarter" idx="142" hasCustomPrompt="1"/>
          </p:nvPr>
        </p:nvSpPr>
        <p:spPr>
          <a:xfrm>
            <a:off x="-17359248" y="17818377"/>
            <a:ext cx="17065762" cy="656336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 wrap="square" lIns="74996" tIns="74996" rIns="74996" bIns="74996" anchor="ctr" anchorCtr="0">
            <a:spAutoFit/>
          </a:bodyPr>
          <a:lstStyle>
            <a:lvl1pPr algn="ctr">
              <a:buNone/>
              <a:defRPr sz="33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smtClean="0"/>
              <a:t>SECTION HEADER PLACEHOLDER</a:t>
            </a:r>
            <a:endParaRPr lang="en-US" dirty="0"/>
          </a:p>
        </p:txBody>
      </p:sp>
      <p:sp>
        <p:nvSpPr>
          <p:cNvPr id="69" name="Text Placeholder 5"/>
          <p:cNvSpPr>
            <a:spLocks noGrp="1"/>
          </p:cNvSpPr>
          <p:nvPr>
            <p:ph type="body" sz="quarter" idx="143" hasCustomPrompt="1"/>
          </p:nvPr>
        </p:nvSpPr>
        <p:spPr>
          <a:xfrm>
            <a:off x="-17359248" y="17818377"/>
            <a:ext cx="17065762" cy="656336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 wrap="square" lIns="74996" tIns="74996" rIns="74996" bIns="74996" anchor="ctr" anchorCtr="0">
            <a:spAutoFit/>
          </a:bodyPr>
          <a:lstStyle>
            <a:lvl1pPr algn="ctr">
              <a:buNone/>
              <a:defRPr sz="33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smtClean="0"/>
              <a:t>SECTION HEADER PLACEHOLDER</a:t>
            </a:r>
            <a:endParaRPr lang="en-US" dirty="0"/>
          </a:p>
        </p:txBody>
      </p:sp>
      <p:sp>
        <p:nvSpPr>
          <p:cNvPr id="70" name="Text Placeholder 5"/>
          <p:cNvSpPr>
            <a:spLocks noGrp="1"/>
          </p:cNvSpPr>
          <p:nvPr>
            <p:ph type="body" sz="quarter" idx="144" hasCustomPrompt="1"/>
          </p:nvPr>
        </p:nvSpPr>
        <p:spPr>
          <a:xfrm>
            <a:off x="-17359248" y="17818377"/>
            <a:ext cx="17065762" cy="656336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 wrap="square" lIns="74996" tIns="74996" rIns="74996" bIns="74996" anchor="ctr" anchorCtr="0">
            <a:spAutoFit/>
          </a:bodyPr>
          <a:lstStyle>
            <a:lvl1pPr algn="ctr">
              <a:buNone/>
              <a:defRPr sz="33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smtClean="0"/>
              <a:t>SECTION HEADER PLACEHOLDER</a:t>
            </a:r>
            <a:endParaRPr lang="en-US" dirty="0"/>
          </a:p>
        </p:txBody>
      </p:sp>
      <p:sp>
        <p:nvSpPr>
          <p:cNvPr id="71" name="Text Placeholder 5"/>
          <p:cNvSpPr>
            <a:spLocks noGrp="1"/>
          </p:cNvSpPr>
          <p:nvPr>
            <p:ph type="body" sz="quarter" idx="145" hasCustomPrompt="1"/>
          </p:nvPr>
        </p:nvSpPr>
        <p:spPr>
          <a:xfrm>
            <a:off x="-17359248" y="17818377"/>
            <a:ext cx="17065762" cy="656336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 wrap="square" lIns="74996" tIns="74996" rIns="74996" bIns="74996" anchor="ctr" anchorCtr="0">
            <a:spAutoFit/>
          </a:bodyPr>
          <a:lstStyle>
            <a:lvl1pPr algn="ctr">
              <a:buNone/>
              <a:defRPr sz="33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smtClean="0"/>
              <a:t>SECTION HEADER PLACEHOLDER</a:t>
            </a:r>
            <a:endParaRPr lang="en-US" dirty="0"/>
          </a:p>
        </p:txBody>
      </p:sp>
      <p:sp>
        <p:nvSpPr>
          <p:cNvPr id="72" name="Text Placeholder 5"/>
          <p:cNvSpPr>
            <a:spLocks noGrp="1"/>
          </p:cNvSpPr>
          <p:nvPr>
            <p:ph type="body" sz="quarter" idx="146" hasCustomPrompt="1"/>
          </p:nvPr>
        </p:nvSpPr>
        <p:spPr>
          <a:xfrm>
            <a:off x="-17359248" y="17818377"/>
            <a:ext cx="17065762" cy="656336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 wrap="square" lIns="74996" tIns="74996" rIns="74996" bIns="74996" anchor="ctr" anchorCtr="0">
            <a:spAutoFit/>
          </a:bodyPr>
          <a:lstStyle>
            <a:lvl1pPr algn="ctr">
              <a:buNone/>
              <a:defRPr sz="33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smtClean="0"/>
              <a:t>SECTION HEADER PLACEHOLDER</a:t>
            </a:r>
            <a:endParaRPr lang="en-US" dirty="0"/>
          </a:p>
        </p:txBody>
      </p:sp>
      <p:sp>
        <p:nvSpPr>
          <p:cNvPr id="73" name="Text Placeholder 5"/>
          <p:cNvSpPr>
            <a:spLocks noGrp="1"/>
          </p:cNvSpPr>
          <p:nvPr>
            <p:ph type="body" sz="quarter" idx="147" hasCustomPrompt="1"/>
          </p:nvPr>
        </p:nvSpPr>
        <p:spPr>
          <a:xfrm>
            <a:off x="-17359248" y="17818377"/>
            <a:ext cx="17065762" cy="656336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 wrap="square" lIns="74996" tIns="74996" rIns="74996" bIns="74996" anchor="ctr" anchorCtr="0">
            <a:spAutoFit/>
          </a:bodyPr>
          <a:lstStyle>
            <a:lvl1pPr algn="ctr">
              <a:buNone/>
              <a:defRPr sz="33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smtClean="0"/>
              <a:t>SECTION HEADER PLACEHOLDER</a:t>
            </a:r>
            <a:endParaRPr lang="en-US" dirty="0"/>
          </a:p>
        </p:txBody>
      </p:sp>
      <p:sp>
        <p:nvSpPr>
          <p:cNvPr id="74" name="Text Placeholder 5"/>
          <p:cNvSpPr>
            <a:spLocks noGrp="1"/>
          </p:cNvSpPr>
          <p:nvPr>
            <p:ph type="body" sz="quarter" idx="148" hasCustomPrompt="1"/>
          </p:nvPr>
        </p:nvSpPr>
        <p:spPr>
          <a:xfrm>
            <a:off x="-17359248" y="17818377"/>
            <a:ext cx="17065762" cy="656336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 wrap="square" lIns="74996" tIns="74996" rIns="74996" bIns="74996" anchor="ctr" anchorCtr="0">
            <a:spAutoFit/>
          </a:bodyPr>
          <a:lstStyle>
            <a:lvl1pPr algn="ctr">
              <a:buNone/>
              <a:defRPr sz="33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smtClean="0"/>
              <a:t>SECTION HEADER PLACEHOLDER</a:t>
            </a:r>
            <a:endParaRPr lang="en-US" dirty="0"/>
          </a:p>
        </p:txBody>
      </p:sp>
      <p:sp>
        <p:nvSpPr>
          <p:cNvPr id="75" name="Text Placeholder 5"/>
          <p:cNvSpPr>
            <a:spLocks noGrp="1"/>
          </p:cNvSpPr>
          <p:nvPr>
            <p:ph type="body" sz="quarter" idx="149" hasCustomPrompt="1"/>
          </p:nvPr>
        </p:nvSpPr>
        <p:spPr>
          <a:xfrm>
            <a:off x="-17359248" y="17818377"/>
            <a:ext cx="17065762" cy="656336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 wrap="square" lIns="74996" tIns="74996" rIns="74996" bIns="74996" anchor="ctr" anchorCtr="0">
            <a:spAutoFit/>
          </a:bodyPr>
          <a:lstStyle>
            <a:lvl1pPr algn="ctr">
              <a:buNone/>
              <a:defRPr sz="33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smtClean="0"/>
              <a:t>SECTION HEADER PLACEHOLDER</a:t>
            </a:r>
            <a:endParaRPr lang="en-US" dirty="0"/>
          </a:p>
        </p:txBody>
      </p:sp>
      <p:sp>
        <p:nvSpPr>
          <p:cNvPr id="77" name="Text Placeholder 76"/>
          <p:cNvSpPr>
            <a:spLocks noGrp="1"/>
          </p:cNvSpPr>
          <p:nvPr>
            <p:ph type="body" sz="quarter" idx="150" hasCustomPrompt="1"/>
          </p:nvPr>
        </p:nvSpPr>
        <p:spPr>
          <a:xfrm>
            <a:off x="4865936" y="3483310"/>
            <a:ext cx="26245682" cy="1399990"/>
          </a:xfrm>
          <a:prstGeom prst="rect">
            <a:avLst/>
          </a:prstGeom>
        </p:spPr>
        <p:txBody>
          <a:bodyPr lIns="74999" tIns="37500" rIns="74999" bIns="37500"/>
          <a:lstStyle>
            <a:lvl1pPr algn="ctr">
              <a:buFontTx/>
              <a:buNone/>
              <a:defRPr sz="5400">
                <a:solidFill>
                  <a:schemeClr val="bg1"/>
                </a:solidFill>
              </a:defRPr>
            </a:lvl1pPr>
            <a:lvl2pPr>
              <a:buFontTx/>
              <a:buNone/>
              <a:defRPr sz="5900"/>
            </a:lvl2pPr>
            <a:lvl3pPr>
              <a:buFontTx/>
              <a:buNone/>
              <a:defRPr sz="5900"/>
            </a:lvl3pPr>
            <a:lvl4pPr>
              <a:buFontTx/>
              <a:buNone/>
              <a:defRPr sz="5900"/>
            </a:lvl4pPr>
            <a:lvl5pPr>
              <a:buFontTx/>
              <a:buNone/>
              <a:defRPr sz="5900"/>
            </a:lvl5pPr>
          </a:lstStyle>
          <a:p>
            <a:pPr lvl="0"/>
            <a:r>
              <a:rPr lang="en-US" dirty="0" smtClean="0"/>
              <a:t>Click here to add authors</a:t>
            </a:r>
            <a:endParaRPr lang="en-US" dirty="0"/>
          </a:p>
        </p:txBody>
      </p:sp>
      <p:sp>
        <p:nvSpPr>
          <p:cNvPr id="78" name="Text Placeholder 76"/>
          <p:cNvSpPr>
            <a:spLocks noGrp="1"/>
          </p:cNvSpPr>
          <p:nvPr>
            <p:ph type="body" sz="quarter" idx="151" hasCustomPrompt="1"/>
          </p:nvPr>
        </p:nvSpPr>
        <p:spPr>
          <a:xfrm>
            <a:off x="4865936" y="2083321"/>
            <a:ext cx="26245682" cy="1399990"/>
          </a:xfrm>
          <a:prstGeom prst="rect">
            <a:avLst/>
          </a:prstGeom>
        </p:spPr>
        <p:txBody>
          <a:bodyPr lIns="74999" tIns="37500" rIns="74999" bIns="37500"/>
          <a:lstStyle>
            <a:lvl1pPr algn="ctr">
              <a:buFontTx/>
              <a:buNone/>
              <a:defRPr sz="7200">
                <a:solidFill>
                  <a:schemeClr val="bg1"/>
                </a:solidFill>
              </a:defRPr>
            </a:lvl1pPr>
            <a:lvl2pPr>
              <a:buFontTx/>
              <a:buNone/>
              <a:defRPr sz="5900"/>
            </a:lvl2pPr>
            <a:lvl3pPr>
              <a:buFontTx/>
              <a:buNone/>
              <a:defRPr sz="5900"/>
            </a:lvl3pPr>
            <a:lvl4pPr>
              <a:buFontTx/>
              <a:buNone/>
              <a:defRPr sz="5900"/>
            </a:lvl4pPr>
            <a:lvl5pPr>
              <a:buFontTx/>
              <a:buNone/>
              <a:defRPr sz="5900"/>
            </a:lvl5pPr>
          </a:lstStyle>
          <a:p>
            <a:pPr lvl="0"/>
            <a:r>
              <a:rPr lang="en-US" dirty="0" smtClean="0"/>
              <a:t>Click here to add authors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 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741617" y="6378952"/>
            <a:ext cx="11147620" cy="701805"/>
          </a:xfrm>
          <a:prstGeom prst="rect">
            <a:avLst/>
          </a:prstGeom>
        </p:spPr>
        <p:txBody>
          <a:bodyPr wrap="square" lIns="187489" tIns="187489" rIns="187489" bIns="187489">
            <a:spAutoFit/>
          </a:bodyPr>
          <a:lstStyle>
            <a:lvl1pPr marL="281233" indent="-281233">
              <a:buNone/>
              <a:defRPr sz="2100">
                <a:latin typeface="Trebuchet MS" pitchFamily="34" charset="0"/>
              </a:defRPr>
            </a:lvl1pPr>
            <a:lvl2pPr marL="1218674" indent="-468721">
              <a:defRPr sz="2100">
                <a:latin typeface="Trebuchet MS" pitchFamily="34" charset="0"/>
              </a:defRPr>
            </a:lvl2pPr>
            <a:lvl3pPr marL="1687395" indent="-468721">
              <a:defRPr sz="2100">
                <a:latin typeface="Trebuchet MS" pitchFamily="34" charset="0"/>
              </a:defRPr>
            </a:lvl3pPr>
            <a:lvl4pPr marL="2202988" indent="-515593">
              <a:defRPr sz="2100">
                <a:latin typeface="Trebuchet MS" pitchFamily="34" charset="0"/>
              </a:defRPr>
            </a:lvl4pPr>
            <a:lvl5pPr marL="2577965" indent="-374977">
              <a:defRPr sz="2100">
                <a:latin typeface="Trebuchet MS" pitchFamily="34" charset="0"/>
              </a:defRPr>
            </a:lvl5pPr>
          </a:lstStyle>
          <a:p>
            <a:pPr lvl="0"/>
            <a:r>
              <a:rPr lang="en-US" dirty="0" smtClean="0"/>
              <a:t>Type in or paste your text here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1" hasCustomPrompt="1"/>
          </p:nvPr>
        </p:nvSpPr>
        <p:spPr>
          <a:xfrm>
            <a:off x="756505" y="5758641"/>
            <a:ext cx="11132732" cy="618471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 wrap="square" lIns="74996" tIns="74996" rIns="74996" bIns="74996" anchor="ctr" anchorCtr="0">
            <a:spAutoFit/>
          </a:bodyPr>
          <a:lstStyle>
            <a:lvl1pPr algn="ctr">
              <a:buNone/>
              <a:defRPr sz="30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smtClean="0"/>
              <a:t>(click to add) INTRODUCTION or ABSTRACT</a:t>
            </a:r>
            <a:endParaRPr lang="en-US" dirty="0"/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5" hasCustomPrompt="1"/>
          </p:nvPr>
        </p:nvSpPr>
        <p:spPr>
          <a:xfrm>
            <a:off x="749994" y="1249991"/>
            <a:ext cx="3624974" cy="2749980"/>
          </a:xfrm>
          <a:prstGeom prst="rect">
            <a:avLst/>
          </a:prstGeom>
        </p:spPr>
        <p:txBody>
          <a:bodyPr lIns="74996" tIns="37497" rIns="74996" bIns="37497" anchor="ctr"/>
          <a:lstStyle>
            <a:lvl1pPr algn="ctr">
              <a:buNone/>
              <a:defRPr sz="3300">
                <a:solidFill>
                  <a:schemeClr val="bg1"/>
                </a:solidFill>
              </a:defRPr>
            </a:lvl1pPr>
          </a:lstStyle>
          <a:p>
            <a:r>
              <a:rPr lang="en-US" dirty="0" smtClean="0"/>
              <a:t>LOGO</a:t>
            </a:r>
            <a:endParaRPr lang="en-US" dirty="0"/>
          </a:p>
        </p:txBody>
      </p:sp>
      <p:sp>
        <p:nvSpPr>
          <p:cNvPr id="18" name="Picture Placeholder 13"/>
          <p:cNvSpPr>
            <a:spLocks noGrp="1"/>
          </p:cNvSpPr>
          <p:nvPr>
            <p:ph type="pic" sz="quarter" idx="18" hasCustomPrompt="1"/>
          </p:nvPr>
        </p:nvSpPr>
        <p:spPr>
          <a:xfrm>
            <a:off x="31624770" y="1333324"/>
            <a:ext cx="3624974" cy="2749980"/>
          </a:xfrm>
          <a:prstGeom prst="rect">
            <a:avLst/>
          </a:prstGeom>
        </p:spPr>
        <p:txBody>
          <a:bodyPr lIns="74996" tIns="37497" rIns="74996" bIns="37497" anchor="ctr"/>
          <a:lstStyle>
            <a:lvl1pPr algn="ctr">
              <a:buNone/>
              <a:defRPr sz="3300">
                <a:solidFill>
                  <a:schemeClr val="bg1"/>
                </a:solidFill>
              </a:defRPr>
            </a:lvl1pPr>
          </a:lstStyle>
          <a:p>
            <a:r>
              <a:rPr lang="en-US" dirty="0" smtClean="0"/>
              <a:t>LOGO</a:t>
            </a:r>
            <a:endParaRPr lang="en-US" dirty="0"/>
          </a:p>
        </p:txBody>
      </p:sp>
      <p:sp>
        <p:nvSpPr>
          <p:cNvPr id="19" name="Text Placeholder 3"/>
          <p:cNvSpPr>
            <a:spLocks noGrp="1"/>
          </p:cNvSpPr>
          <p:nvPr>
            <p:ph type="body" sz="quarter" idx="19" hasCustomPrompt="1"/>
          </p:nvPr>
        </p:nvSpPr>
        <p:spPr>
          <a:xfrm>
            <a:off x="756506" y="19442204"/>
            <a:ext cx="11148921" cy="701805"/>
          </a:xfrm>
          <a:prstGeom prst="rect">
            <a:avLst/>
          </a:prstGeom>
        </p:spPr>
        <p:txBody>
          <a:bodyPr wrap="square" lIns="187489" tIns="187489" rIns="187489" bIns="187489">
            <a:spAutoFit/>
          </a:bodyPr>
          <a:lstStyle>
            <a:lvl1pPr marL="281233" indent="-281233">
              <a:buNone/>
              <a:defRPr sz="2100">
                <a:latin typeface="Trebuchet MS" pitchFamily="34" charset="0"/>
              </a:defRPr>
            </a:lvl1pPr>
            <a:lvl2pPr marL="1218674" indent="-468721">
              <a:defRPr sz="2100">
                <a:latin typeface="Trebuchet MS" pitchFamily="34" charset="0"/>
              </a:defRPr>
            </a:lvl2pPr>
            <a:lvl3pPr marL="1687395" indent="-468721">
              <a:defRPr sz="2100">
                <a:latin typeface="Trebuchet MS" pitchFamily="34" charset="0"/>
              </a:defRPr>
            </a:lvl3pPr>
            <a:lvl4pPr marL="2202988" indent="-515593">
              <a:defRPr sz="2100">
                <a:latin typeface="Trebuchet MS" pitchFamily="34" charset="0"/>
              </a:defRPr>
            </a:lvl4pPr>
            <a:lvl5pPr marL="2577965" indent="-374977">
              <a:defRPr sz="2100">
                <a:latin typeface="Trebuchet MS" pitchFamily="34" charset="0"/>
              </a:defRPr>
            </a:lvl5pPr>
          </a:lstStyle>
          <a:p>
            <a:pPr lvl="0"/>
            <a:r>
              <a:rPr lang="en-US" dirty="0" smtClean="0"/>
              <a:t>Type in or paste your text here</a:t>
            </a:r>
            <a:endParaRPr lang="en-US" dirty="0"/>
          </a:p>
        </p:txBody>
      </p:sp>
      <p:sp>
        <p:nvSpPr>
          <p:cNvPr id="20" name="Text Placeholder 5"/>
          <p:cNvSpPr>
            <a:spLocks noGrp="1"/>
          </p:cNvSpPr>
          <p:nvPr>
            <p:ph type="body" sz="quarter" idx="20" hasCustomPrompt="1"/>
          </p:nvPr>
        </p:nvSpPr>
        <p:spPr>
          <a:xfrm>
            <a:off x="772698" y="18857009"/>
            <a:ext cx="11132731" cy="618471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 wrap="square" lIns="74996" tIns="74996" rIns="74996" bIns="74996" anchor="ctr" anchorCtr="0">
            <a:spAutoFit/>
          </a:bodyPr>
          <a:lstStyle>
            <a:lvl1pPr algn="ctr">
              <a:buNone/>
              <a:defRPr sz="30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smtClean="0"/>
              <a:t>(click to add)  OBJECTIVES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quarter" idx="21" hasCustomPrompt="1"/>
          </p:nvPr>
        </p:nvSpPr>
        <p:spPr>
          <a:xfrm>
            <a:off x="12429598" y="23110818"/>
            <a:ext cx="11131427" cy="701805"/>
          </a:xfrm>
          <a:prstGeom prst="rect">
            <a:avLst/>
          </a:prstGeom>
        </p:spPr>
        <p:txBody>
          <a:bodyPr wrap="square" lIns="187489" tIns="187489" rIns="187489" bIns="187489">
            <a:spAutoFit/>
          </a:bodyPr>
          <a:lstStyle>
            <a:lvl1pPr marL="281233" indent="-281233">
              <a:buNone/>
              <a:defRPr sz="2100">
                <a:latin typeface="Trebuchet MS" pitchFamily="34" charset="0"/>
              </a:defRPr>
            </a:lvl1pPr>
            <a:lvl2pPr marL="1218674" indent="-468721">
              <a:defRPr sz="2100">
                <a:latin typeface="Trebuchet MS" pitchFamily="34" charset="0"/>
              </a:defRPr>
            </a:lvl2pPr>
            <a:lvl3pPr marL="1687395" indent="-468721">
              <a:defRPr sz="2100">
                <a:latin typeface="Trebuchet MS" pitchFamily="34" charset="0"/>
              </a:defRPr>
            </a:lvl3pPr>
            <a:lvl4pPr marL="2202988" indent="-515593">
              <a:defRPr sz="2100">
                <a:latin typeface="Trebuchet MS" pitchFamily="34" charset="0"/>
              </a:defRPr>
            </a:lvl4pPr>
            <a:lvl5pPr marL="2577965" indent="-374977">
              <a:defRPr sz="2100">
                <a:latin typeface="Trebuchet MS" pitchFamily="34" charset="0"/>
              </a:defRPr>
            </a:lvl5pPr>
          </a:lstStyle>
          <a:p>
            <a:pPr lvl="0"/>
            <a:r>
              <a:rPr lang="en-US" dirty="0" smtClean="0"/>
              <a:t>Type in or paste your text here</a:t>
            </a:r>
            <a:endParaRPr lang="en-US" dirty="0"/>
          </a:p>
        </p:txBody>
      </p:sp>
      <p:sp>
        <p:nvSpPr>
          <p:cNvPr id="22" name="Text Placeholder 5"/>
          <p:cNvSpPr>
            <a:spLocks noGrp="1"/>
          </p:cNvSpPr>
          <p:nvPr>
            <p:ph type="body" sz="quarter" idx="22" hasCustomPrompt="1"/>
          </p:nvPr>
        </p:nvSpPr>
        <p:spPr>
          <a:xfrm>
            <a:off x="12429598" y="22499189"/>
            <a:ext cx="11131427" cy="618471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 wrap="square" lIns="74996" tIns="74996" rIns="74996" bIns="74996" anchor="ctr" anchorCtr="0">
            <a:spAutoFit/>
          </a:bodyPr>
          <a:lstStyle>
            <a:lvl1pPr algn="ctr">
              <a:buNone/>
              <a:defRPr sz="30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smtClean="0"/>
              <a:t>(click to add)  MATERIALS &amp; METHODS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quarter" idx="23" hasCustomPrompt="1"/>
          </p:nvPr>
        </p:nvSpPr>
        <p:spPr>
          <a:xfrm>
            <a:off x="12436109" y="6387633"/>
            <a:ext cx="11131427" cy="701805"/>
          </a:xfrm>
          <a:prstGeom prst="rect">
            <a:avLst/>
          </a:prstGeom>
        </p:spPr>
        <p:txBody>
          <a:bodyPr wrap="square" lIns="187489" tIns="187489" rIns="187489" bIns="187489">
            <a:spAutoFit/>
          </a:bodyPr>
          <a:lstStyle>
            <a:lvl1pPr marL="281233" indent="-281233">
              <a:buNone/>
              <a:defRPr sz="2100">
                <a:latin typeface="Trebuchet MS" pitchFamily="34" charset="0"/>
              </a:defRPr>
            </a:lvl1pPr>
            <a:lvl2pPr marL="1218674" indent="-468721">
              <a:defRPr sz="2100">
                <a:latin typeface="Trebuchet MS" pitchFamily="34" charset="0"/>
              </a:defRPr>
            </a:lvl2pPr>
            <a:lvl3pPr marL="1687395" indent="-468721">
              <a:defRPr sz="2100">
                <a:latin typeface="Trebuchet MS" pitchFamily="34" charset="0"/>
              </a:defRPr>
            </a:lvl3pPr>
            <a:lvl4pPr marL="2202988" indent="-515593">
              <a:defRPr sz="2100">
                <a:latin typeface="Trebuchet MS" pitchFamily="34" charset="0"/>
              </a:defRPr>
            </a:lvl4pPr>
            <a:lvl5pPr marL="2577965" indent="-374977">
              <a:defRPr sz="2100">
                <a:latin typeface="Trebuchet MS" pitchFamily="34" charset="0"/>
              </a:defRPr>
            </a:lvl5pPr>
          </a:lstStyle>
          <a:p>
            <a:pPr lvl="0"/>
            <a:r>
              <a:rPr lang="en-US" dirty="0" smtClean="0"/>
              <a:t>Type in or paste your text here</a:t>
            </a:r>
            <a:endParaRPr lang="en-US" dirty="0"/>
          </a:p>
        </p:txBody>
      </p:sp>
      <p:sp>
        <p:nvSpPr>
          <p:cNvPr id="24" name="Text Placeholder 5"/>
          <p:cNvSpPr>
            <a:spLocks noGrp="1"/>
          </p:cNvSpPr>
          <p:nvPr>
            <p:ph type="body" sz="quarter" idx="24" hasCustomPrompt="1"/>
          </p:nvPr>
        </p:nvSpPr>
        <p:spPr>
          <a:xfrm>
            <a:off x="12429600" y="5758641"/>
            <a:ext cx="11137940" cy="618471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 wrap="square" lIns="74996" tIns="74996" rIns="74996" bIns="74996" anchor="ctr" anchorCtr="0">
            <a:spAutoFit/>
          </a:bodyPr>
          <a:lstStyle>
            <a:lvl1pPr algn="ctr">
              <a:buNone/>
              <a:defRPr sz="30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smtClean="0"/>
              <a:t>(click to add)  RESULTS</a:t>
            </a:r>
            <a:endParaRPr lang="en-US" dirty="0"/>
          </a:p>
        </p:txBody>
      </p:sp>
      <p:sp>
        <p:nvSpPr>
          <p:cNvPr id="25" name="Text Placeholder 5"/>
          <p:cNvSpPr>
            <a:spLocks noGrp="1"/>
          </p:cNvSpPr>
          <p:nvPr>
            <p:ph type="body" sz="quarter" idx="25" hasCustomPrompt="1"/>
          </p:nvPr>
        </p:nvSpPr>
        <p:spPr>
          <a:xfrm>
            <a:off x="24110506" y="5758641"/>
            <a:ext cx="11135113" cy="618471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 wrap="square" lIns="74996" tIns="74996" rIns="74996" bIns="74996" anchor="ctr" anchorCtr="0">
            <a:spAutoFit/>
          </a:bodyPr>
          <a:lstStyle>
            <a:lvl1pPr algn="ctr">
              <a:buNone/>
              <a:defRPr sz="30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smtClean="0"/>
              <a:t>(click to add)  CONCLUSIONS</a:t>
            </a:r>
            <a:endParaRPr lang="en-US" dirty="0"/>
          </a:p>
        </p:txBody>
      </p:sp>
      <p:sp>
        <p:nvSpPr>
          <p:cNvPr id="26" name="Text Placeholder 3"/>
          <p:cNvSpPr>
            <a:spLocks noGrp="1"/>
          </p:cNvSpPr>
          <p:nvPr>
            <p:ph type="body" sz="quarter" idx="26" hasCustomPrompt="1"/>
          </p:nvPr>
        </p:nvSpPr>
        <p:spPr>
          <a:xfrm>
            <a:off x="24110506" y="6378952"/>
            <a:ext cx="11135113" cy="701805"/>
          </a:xfrm>
          <a:prstGeom prst="rect">
            <a:avLst/>
          </a:prstGeom>
        </p:spPr>
        <p:txBody>
          <a:bodyPr wrap="square" lIns="187489" tIns="187489" rIns="187489" bIns="187489">
            <a:spAutoFit/>
          </a:bodyPr>
          <a:lstStyle>
            <a:lvl1pPr marL="281233" indent="-281233">
              <a:buNone/>
              <a:defRPr sz="2100">
                <a:latin typeface="Trebuchet MS" pitchFamily="34" charset="0"/>
              </a:defRPr>
            </a:lvl1pPr>
            <a:lvl2pPr marL="1218674" indent="-468721">
              <a:defRPr sz="2100">
                <a:latin typeface="Trebuchet MS" pitchFamily="34" charset="0"/>
              </a:defRPr>
            </a:lvl2pPr>
            <a:lvl3pPr marL="1687395" indent="-468721">
              <a:defRPr sz="2100">
                <a:latin typeface="Trebuchet MS" pitchFamily="34" charset="0"/>
              </a:defRPr>
            </a:lvl3pPr>
            <a:lvl4pPr marL="2202988" indent="-515593">
              <a:defRPr sz="2100">
                <a:latin typeface="Trebuchet MS" pitchFamily="34" charset="0"/>
              </a:defRPr>
            </a:lvl4pPr>
            <a:lvl5pPr marL="2577965" indent="-374977">
              <a:defRPr sz="2100">
                <a:latin typeface="Trebuchet MS" pitchFamily="34" charset="0"/>
              </a:defRPr>
            </a:lvl5pPr>
          </a:lstStyle>
          <a:p>
            <a:pPr lvl="0"/>
            <a:r>
              <a:rPr lang="en-US" dirty="0" smtClean="0"/>
              <a:t>Type in or paste your text here</a:t>
            </a:r>
            <a:endParaRPr lang="en-US" dirty="0"/>
          </a:p>
        </p:txBody>
      </p:sp>
      <p:sp>
        <p:nvSpPr>
          <p:cNvPr id="27" name="Text Placeholder 5"/>
          <p:cNvSpPr>
            <a:spLocks noGrp="1"/>
          </p:cNvSpPr>
          <p:nvPr>
            <p:ph type="body" sz="quarter" idx="27" hasCustomPrompt="1"/>
          </p:nvPr>
        </p:nvSpPr>
        <p:spPr>
          <a:xfrm>
            <a:off x="24110506" y="18821896"/>
            <a:ext cx="11135113" cy="618471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 wrap="square" lIns="74996" tIns="74996" rIns="74996" bIns="74996" anchor="ctr" anchorCtr="0">
            <a:spAutoFit/>
          </a:bodyPr>
          <a:lstStyle>
            <a:lvl1pPr algn="ctr">
              <a:buNone/>
              <a:defRPr sz="30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smtClean="0"/>
              <a:t>(click to add)  REFERENCES</a:t>
            </a:r>
            <a:endParaRPr lang="en-US" dirty="0"/>
          </a:p>
        </p:txBody>
      </p:sp>
      <p:sp>
        <p:nvSpPr>
          <p:cNvPr id="28" name="Text Placeholder 3"/>
          <p:cNvSpPr>
            <a:spLocks noGrp="1"/>
          </p:cNvSpPr>
          <p:nvPr>
            <p:ph type="body" sz="quarter" idx="28" hasCustomPrompt="1"/>
          </p:nvPr>
        </p:nvSpPr>
        <p:spPr>
          <a:xfrm>
            <a:off x="24106379" y="19442204"/>
            <a:ext cx="11139241" cy="701805"/>
          </a:xfrm>
          <a:prstGeom prst="rect">
            <a:avLst/>
          </a:prstGeom>
        </p:spPr>
        <p:txBody>
          <a:bodyPr wrap="square" lIns="187489" tIns="187489" rIns="187489" bIns="187489">
            <a:spAutoFit/>
          </a:bodyPr>
          <a:lstStyle>
            <a:lvl1pPr marL="281233" indent="-281233">
              <a:buNone/>
              <a:defRPr sz="2100">
                <a:latin typeface="Trebuchet MS" pitchFamily="34" charset="0"/>
              </a:defRPr>
            </a:lvl1pPr>
            <a:lvl2pPr marL="1218674" indent="-468721">
              <a:defRPr sz="2100">
                <a:latin typeface="Trebuchet MS" pitchFamily="34" charset="0"/>
              </a:defRPr>
            </a:lvl2pPr>
            <a:lvl3pPr marL="1687395" indent="-468721">
              <a:defRPr sz="2100">
                <a:latin typeface="Trebuchet MS" pitchFamily="34" charset="0"/>
              </a:defRPr>
            </a:lvl3pPr>
            <a:lvl4pPr marL="2202988" indent="-515593">
              <a:defRPr sz="2100">
                <a:latin typeface="Trebuchet MS" pitchFamily="34" charset="0"/>
              </a:defRPr>
            </a:lvl4pPr>
            <a:lvl5pPr marL="2577965" indent="-374977">
              <a:defRPr sz="2100">
                <a:latin typeface="Trebuchet MS" pitchFamily="34" charset="0"/>
              </a:defRPr>
            </a:lvl5pPr>
          </a:lstStyle>
          <a:p>
            <a:pPr lvl="0"/>
            <a:r>
              <a:rPr lang="en-US" dirty="0" smtClean="0"/>
              <a:t>Type in or paste your text here</a:t>
            </a:r>
            <a:endParaRPr lang="en-US" dirty="0"/>
          </a:p>
        </p:txBody>
      </p:sp>
      <p:sp>
        <p:nvSpPr>
          <p:cNvPr id="29" name="Text Placeholder 5"/>
          <p:cNvSpPr>
            <a:spLocks noGrp="1"/>
          </p:cNvSpPr>
          <p:nvPr>
            <p:ph type="body" sz="quarter" idx="29" hasCustomPrompt="1"/>
          </p:nvPr>
        </p:nvSpPr>
        <p:spPr>
          <a:xfrm>
            <a:off x="24110506" y="28083131"/>
            <a:ext cx="11135113" cy="618471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 wrap="square" lIns="74996" tIns="74996" rIns="74996" bIns="74996" anchor="ctr" anchorCtr="0">
            <a:spAutoFit/>
          </a:bodyPr>
          <a:lstStyle>
            <a:lvl1pPr algn="ctr">
              <a:buNone/>
              <a:defRPr sz="30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smtClean="0"/>
              <a:t>(click to add)  ACKNOWLEDGEMENTS  or  CONTACT</a:t>
            </a:r>
            <a:endParaRPr lang="en-US" dirty="0"/>
          </a:p>
        </p:txBody>
      </p:sp>
      <p:sp>
        <p:nvSpPr>
          <p:cNvPr id="30" name="Text Placeholder 3"/>
          <p:cNvSpPr>
            <a:spLocks noGrp="1"/>
          </p:cNvSpPr>
          <p:nvPr>
            <p:ph type="body" sz="quarter" idx="30" hasCustomPrompt="1"/>
          </p:nvPr>
        </p:nvSpPr>
        <p:spPr>
          <a:xfrm>
            <a:off x="24110506" y="28703442"/>
            <a:ext cx="11139241" cy="701805"/>
          </a:xfrm>
          <a:prstGeom prst="rect">
            <a:avLst/>
          </a:prstGeom>
        </p:spPr>
        <p:txBody>
          <a:bodyPr wrap="square" lIns="187489" tIns="187489" rIns="187489" bIns="187489">
            <a:spAutoFit/>
          </a:bodyPr>
          <a:lstStyle>
            <a:lvl1pPr marL="281233" indent="-281233">
              <a:buNone/>
              <a:defRPr sz="2100">
                <a:latin typeface="Trebuchet MS" pitchFamily="34" charset="0"/>
              </a:defRPr>
            </a:lvl1pPr>
            <a:lvl2pPr marL="1218674" indent="-468721">
              <a:defRPr sz="2100">
                <a:latin typeface="Trebuchet MS" pitchFamily="34" charset="0"/>
              </a:defRPr>
            </a:lvl2pPr>
            <a:lvl3pPr marL="1687395" indent="-468721">
              <a:defRPr sz="2100">
                <a:latin typeface="Trebuchet MS" pitchFamily="34" charset="0"/>
              </a:defRPr>
            </a:lvl3pPr>
            <a:lvl4pPr marL="2202988" indent="-515593">
              <a:defRPr sz="2100">
                <a:latin typeface="Trebuchet MS" pitchFamily="34" charset="0"/>
              </a:defRPr>
            </a:lvl4pPr>
            <a:lvl5pPr marL="2577965" indent="-374977">
              <a:defRPr sz="2100">
                <a:latin typeface="Trebuchet MS" pitchFamily="34" charset="0"/>
              </a:defRPr>
            </a:lvl5pPr>
          </a:lstStyle>
          <a:p>
            <a:pPr lvl="0"/>
            <a:r>
              <a:rPr lang="en-US" dirty="0" smtClean="0"/>
              <a:t>Type in or paste your text here</a:t>
            </a:r>
            <a:endParaRPr lang="en-US" dirty="0"/>
          </a:p>
        </p:txBody>
      </p:sp>
      <p:sp>
        <p:nvSpPr>
          <p:cNvPr id="58" name="Title 1"/>
          <p:cNvSpPr>
            <a:spLocks noGrp="1"/>
          </p:cNvSpPr>
          <p:nvPr>
            <p:ph type="title" hasCustomPrompt="1"/>
          </p:nvPr>
        </p:nvSpPr>
        <p:spPr>
          <a:xfrm>
            <a:off x="4865937" y="499999"/>
            <a:ext cx="26254710" cy="1583322"/>
          </a:xfrm>
          <a:prstGeom prst="rect">
            <a:avLst/>
          </a:prstGeom>
        </p:spPr>
        <p:txBody>
          <a:bodyPr lIns="74996" tIns="37497" rIns="74996" bIns="37497" anchor="ctr" anchorCtr="0"/>
          <a:lstStyle>
            <a:lvl1pPr>
              <a:defRPr sz="7900" b="1"/>
            </a:lvl1pPr>
          </a:lstStyle>
          <a:p>
            <a:r>
              <a:rPr lang="en-US" dirty="0" smtClean="0"/>
              <a:t>Click here to add the poster title</a:t>
            </a:r>
            <a:endParaRPr lang="en-US" dirty="0"/>
          </a:p>
        </p:txBody>
      </p:sp>
      <p:sp>
        <p:nvSpPr>
          <p:cNvPr id="59" name="Text Placeholder 76"/>
          <p:cNvSpPr>
            <a:spLocks noGrp="1"/>
          </p:cNvSpPr>
          <p:nvPr>
            <p:ph type="body" sz="quarter" idx="150" hasCustomPrompt="1"/>
          </p:nvPr>
        </p:nvSpPr>
        <p:spPr>
          <a:xfrm>
            <a:off x="4865936" y="3483310"/>
            <a:ext cx="26245682" cy="1399990"/>
          </a:xfrm>
          <a:prstGeom prst="rect">
            <a:avLst/>
          </a:prstGeom>
        </p:spPr>
        <p:txBody>
          <a:bodyPr lIns="74999" tIns="37500" rIns="74999" bIns="37500"/>
          <a:lstStyle>
            <a:lvl1pPr algn="ctr">
              <a:buFontTx/>
              <a:buNone/>
              <a:defRPr sz="4900">
                <a:solidFill>
                  <a:schemeClr val="bg1"/>
                </a:solidFill>
              </a:defRPr>
            </a:lvl1pPr>
            <a:lvl2pPr>
              <a:buFontTx/>
              <a:buNone/>
              <a:defRPr sz="5900"/>
            </a:lvl2pPr>
            <a:lvl3pPr>
              <a:buFontTx/>
              <a:buNone/>
              <a:defRPr sz="5900"/>
            </a:lvl3pPr>
            <a:lvl4pPr>
              <a:buFontTx/>
              <a:buNone/>
              <a:defRPr sz="5900"/>
            </a:lvl4pPr>
            <a:lvl5pPr>
              <a:buFontTx/>
              <a:buNone/>
              <a:defRPr sz="5900"/>
            </a:lvl5pPr>
          </a:lstStyle>
          <a:p>
            <a:pPr lvl="0"/>
            <a:r>
              <a:rPr lang="en-US" dirty="0" smtClean="0"/>
              <a:t>Click here to add authors</a:t>
            </a:r>
            <a:endParaRPr lang="en-US" dirty="0"/>
          </a:p>
        </p:txBody>
      </p:sp>
      <p:sp>
        <p:nvSpPr>
          <p:cNvPr id="62" name="Text Placeholder 76"/>
          <p:cNvSpPr>
            <a:spLocks noGrp="1"/>
          </p:cNvSpPr>
          <p:nvPr>
            <p:ph type="body" sz="quarter" idx="151" hasCustomPrompt="1"/>
          </p:nvPr>
        </p:nvSpPr>
        <p:spPr>
          <a:xfrm>
            <a:off x="4865936" y="2083321"/>
            <a:ext cx="26245682" cy="1399990"/>
          </a:xfrm>
          <a:prstGeom prst="rect">
            <a:avLst/>
          </a:prstGeom>
        </p:spPr>
        <p:txBody>
          <a:bodyPr lIns="74999" tIns="37500" rIns="74999" bIns="37500"/>
          <a:lstStyle>
            <a:lvl1pPr algn="ctr">
              <a:buFontTx/>
              <a:buNone/>
              <a:defRPr sz="6600">
                <a:solidFill>
                  <a:schemeClr val="bg1"/>
                </a:solidFill>
              </a:defRPr>
            </a:lvl1pPr>
            <a:lvl2pPr>
              <a:buFontTx/>
              <a:buNone/>
              <a:defRPr sz="5900"/>
            </a:lvl2pPr>
            <a:lvl3pPr>
              <a:buFontTx/>
              <a:buNone/>
              <a:defRPr sz="5900"/>
            </a:lvl3pPr>
            <a:lvl4pPr>
              <a:buFontTx/>
              <a:buNone/>
              <a:defRPr sz="5900"/>
            </a:lvl4pPr>
            <a:lvl5pPr>
              <a:buFontTx/>
              <a:buNone/>
              <a:defRPr sz="5900"/>
            </a:lvl5pPr>
          </a:lstStyle>
          <a:p>
            <a:pPr lvl="0"/>
            <a:r>
              <a:rPr lang="en-US" dirty="0" smtClean="0"/>
              <a:t>Click here to add authors</a:t>
            </a:r>
            <a:endParaRPr lang="en-US" dirty="0"/>
          </a:p>
        </p:txBody>
      </p:sp>
      <p:sp>
        <p:nvSpPr>
          <p:cNvPr id="60" name="Text Placeholder 5"/>
          <p:cNvSpPr>
            <a:spLocks noGrp="1"/>
          </p:cNvSpPr>
          <p:nvPr>
            <p:ph type="body" sz="quarter" idx="95" hasCustomPrompt="1"/>
          </p:nvPr>
        </p:nvSpPr>
        <p:spPr>
          <a:xfrm>
            <a:off x="-11411612" y="18693371"/>
            <a:ext cx="11118126" cy="618471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 wrap="square" lIns="74996" tIns="74996" rIns="74996" bIns="74996" anchor="ctr" anchorCtr="0">
            <a:spAutoFit/>
          </a:bodyPr>
          <a:lstStyle>
            <a:lvl1pPr algn="ctr">
              <a:buNone/>
              <a:defRPr sz="30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smtClean="0"/>
              <a:t>SECTION HEADER PLACEHOLDER</a:t>
            </a:r>
            <a:endParaRPr lang="en-US" dirty="0"/>
          </a:p>
        </p:txBody>
      </p:sp>
      <p:sp>
        <p:nvSpPr>
          <p:cNvPr id="61" name="Text Placeholder 3"/>
          <p:cNvSpPr>
            <a:spLocks noGrp="1"/>
          </p:cNvSpPr>
          <p:nvPr>
            <p:ph type="body" sz="quarter" idx="107" hasCustomPrompt="1"/>
          </p:nvPr>
        </p:nvSpPr>
        <p:spPr>
          <a:xfrm>
            <a:off x="-11406167" y="21765467"/>
            <a:ext cx="11128306" cy="701805"/>
          </a:xfrm>
          <a:prstGeom prst="rect">
            <a:avLst/>
          </a:prstGeom>
        </p:spPr>
        <p:txBody>
          <a:bodyPr wrap="square" lIns="187489" tIns="187489" rIns="187489" bIns="187489">
            <a:spAutoFit/>
          </a:bodyPr>
          <a:lstStyle>
            <a:lvl1pPr marL="0" indent="0">
              <a:buNone/>
              <a:defRPr sz="2100" baseline="0">
                <a:latin typeface="Trebuchet MS" pitchFamily="34" charset="0"/>
              </a:defRPr>
            </a:lvl1pPr>
            <a:lvl2pPr marL="1218674" indent="-468721">
              <a:defRPr sz="2100">
                <a:latin typeface="Trebuchet MS" pitchFamily="34" charset="0"/>
              </a:defRPr>
            </a:lvl2pPr>
            <a:lvl3pPr marL="1687395" indent="-468721">
              <a:defRPr sz="2100">
                <a:latin typeface="Trebuchet MS" pitchFamily="34" charset="0"/>
              </a:defRPr>
            </a:lvl3pPr>
            <a:lvl4pPr marL="2202988" indent="-515593">
              <a:defRPr sz="2100">
                <a:latin typeface="Trebuchet MS" pitchFamily="34" charset="0"/>
              </a:defRPr>
            </a:lvl4pPr>
            <a:lvl5pPr marL="2577965" indent="-374977">
              <a:defRPr sz="2100">
                <a:latin typeface="Trebuchet MS" pitchFamily="34" charset="0"/>
              </a:defRPr>
            </a:lvl5pPr>
          </a:lstStyle>
          <a:p>
            <a:pPr lvl="0"/>
            <a:r>
              <a:rPr lang="en-US" dirty="0" smtClean="0"/>
              <a:t>TEXT PLACEHOLDER</a:t>
            </a:r>
            <a:endParaRPr lang="en-US" dirty="0"/>
          </a:p>
        </p:txBody>
      </p:sp>
      <p:sp>
        <p:nvSpPr>
          <p:cNvPr id="63" name="Text Placeholder 3"/>
          <p:cNvSpPr>
            <a:spLocks noGrp="1"/>
          </p:cNvSpPr>
          <p:nvPr>
            <p:ph type="body" sz="quarter" idx="116" hasCustomPrompt="1"/>
          </p:nvPr>
        </p:nvSpPr>
        <p:spPr>
          <a:xfrm>
            <a:off x="-11406167" y="21765467"/>
            <a:ext cx="11128306" cy="701805"/>
          </a:xfrm>
          <a:prstGeom prst="rect">
            <a:avLst/>
          </a:prstGeom>
        </p:spPr>
        <p:txBody>
          <a:bodyPr wrap="square" lIns="187489" tIns="187489" rIns="187489" bIns="187489">
            <a:spAutoFit/>
          </a:bodyPr>
          <a:lstStyle>
            <a:lvl1pPr marL="0" indent="0">
              <a:buNone/>
              <a:defRPr sz="2100" baseline="0">
                <a:latin typeface="Trebuchet MS" pitchFamily="34" charset="0"/>
              </a:defRPr>
            </a:lvl1pPr>
            <a:lvl2pPr marL="1218674" indent="-468721">
              <a:defRPr sz="2100">
                <a:latin typeface="Trebuchet MS" pitchFamily="34" charset="0"/>
              </a:defRPr>
            </a:lvl2pPr>
            <a:lvl3pPr marL="1687395" indent="-468721">
              <a:defRPr sz="2100">
                <a:latin typeface="Trebuchet MS" pitchFamily="34" charset="0"/>
              </a:defRPr>
            </a:lvl3pPr>
            <a:lvl4pPr marL="2202988" indent="-515593">
              <a:defRPr sz="2100">
                <a:latin typeface="Trebuchet MS" pitchFamily="34" charset="0"/>
              </a:defRPr>
            </a:lvl4pPr>
            <a:lvl5pPr marL="2577965" indent="-374977">
              <a:defRPr sz="2100">
                <a:latin typeface="Trebuchet MS" pitchFamily="34" charset="0"/>
              </a:defRPr>
            </a:lvl5pPr>
          </a:lstStyle>
          <a:p>
            <a:pPr lvl="0"/>
            <a:r>
              <a:rPr lang="en-US" dirty="0" smtClean="0"/>
              <a:t>TEXT PLACEHOLDER</a:t>
            </a:r>
            <a:endParaRPr lang="en-US" dirty="0"/>
          </a:p>
        </p:txBody>
      </p:sp>
      <p:sp>
        <p:nvSpPr>
          <p:cNvPr id="64" name="Text Placeholder 3"/>
          <p:cNvSpPr>
            <a:spLocks noGrp="1"/>
          </p:cNvSpPr>
          <p:nvPr>
            <p:ph type="body" sz="quarter" idx="117" hasCustomPrompt="1"/>
          </p:nvPr>
        </p:nvSpPr>
        <p:spPr>
          <a:xfrm>
            <a:off x="-11406167" y="21765467"/>
            <a:ext cx="11128306" cy="701805"/>
          </a:xfrm>
          <a:prstGeom prst="rect">
            <a:avLst/>
          </a:prstGeom>
        </p:spPr>
        <p:txBody>
          <a:bodyPr wrap="square" lIns="187489" tIns="187489" rIns="187489" bIns="187489">
            <a:spAutoFit/>
          </a:bodyPr>
          <a:lstStyle>
            <a:lvl1pPr marL="0" indent="0">
              <a:buNone/>
              <a:defRPr sz="2100" baseline="0">
                <a:latin typeface="Trebuchet MS" pitchFamily="34" charset="0"/>
              </a:defRPr>
            </a:lvl1pPr>
            <a:lvl2pPr marL="1218674" indent="-468721">
              <a:defRPr sz="2100">
                <a:latin typeface="Trebuchet MS" pitchFamily="34" charset="0"/>
              </a:defRPr>
            </a:lvl2pPr>
            <a:lvl3pPr marL="1687395" indent="-468721">
              <a:defRPr sz="2100">
                <a:latin typeface="Trebuchet MS" pitchFamily="34" charset="0"/>
              </a:defRPr>
            </a:lvl3pPr>
            <a:lvl4pPr marL="2202988" indent="-515593">
              <a:defRPr sz="2100">
                <a:latin typeface="Trebuchet MS" pitchFamily="34" charset="0"/>
              </a:defRPr>
            </a:lvl4pPr>
            <a:lvl5pPr marL="2577965" indent="-374977">
              <a:defRPr sz="2100">
                <a:latin typeface="Trebuchet MS" pitchFamily="34" charset="0"/>
              </a:defRPr>
            </a:lvl5pPr>
          </a:lstStyle>
          <a:p>
            <a:pPr lvl="0"/>
            <a:r>
              <a:rPr lang="en-US" dirty="0" smtClean="0"/>
              <a:t>TEXT PLACEHOLDER</a:t>
            </a:r>
            <a:endParaRPr lang="en-US" dirty="0"/>
          </a:p>
        </p:txBody>
      </p:sp>
      <p:sp>
        <p:nvSpPr>
          <p:cNvPr id="65" name="Text Placeholder 3"/>
          <p:cNvSpPr>
            <a:spLocks noGrp="1"/>
          </p:cNvSpPr>
          <p:nvPr>
            <p:ph type="body" sz="quarter" idx="118" hasCustomPrompt="1"/>
          </p:nvPr>
        </p:nvSpPr>
        <p:spPr>
          <a:xfrm>
            <a:off x="-11406167" y="21765467"/>
            <a:ext cx="11128306" cy="701805"/>
          </a:xfrm>
          <a:prstGeom prst="rect">
            <a:avLst/>
          </a:prstGeom>
        </p:spPr>
        <p:txBody>
          <a:bodyPr wrap="square" lIns="187489" tIns="187489" rIns="187489" bIns="187489">
            <a:spAutoFit/>
          </a:bodyPr>
          <a:lstStyle>
            <a:lvl1pPr marL="0" indent="0">
              <a:buNone/>
              <a:defRPr sz="2100" baseline="0">
                <a:latin typeface="Trebuchet MS" pitchFamily="34" charset="0"/>
              </a:defRPr>
            </a:lvl1pPr>
            <a:lvl2pPr marL="1218674" indent="-468721">
              <a:defRPr sz="2100">
                <a:latin typeface="Trebuchet MS" pitchFamily="34" charset="0"/>
              </a:defRPr>
            </a:lvl2pPr>
            <a:lvl3pPr marL="1687395" indent="-468721">
              <a:defRPr sz="2100">
                <a:latin typeface="Trebuchet MS" pitchFamily="34" charset="0"/>
              </a:defRPr>
            </a:lvl3pPr>
            <a:lvl4pPr marL="2202988" indent="-515593">
              <a:defRPr sz="2100">
                <a:latin typeface="Trebuchet MS" pitchFamily="34" charset="0"/>
              </a:defRPr>
            </a:lvl4pPr>
            <a:lvl5pPr marL="2577965" indent="-374977">
              <a:defRPr sz="2100">
                <a:latin typeface="Trebuchet MS" pitchFamily="34" charset="0"/>
              </a:defRPr>
            </a:lvl5pPr>
          </a:lstStyle>
          <a:p>
            <a:pPr lvl="0"/>
            <a:r>
              <a:rPr lang="en-US" dirty="0" smtClean="0"/>
              <a:t>TEXT PLACEHOLDER</a:t>
            </a:r>
            <a:endParaRPr lang="en-US" dirty="0"/>
          </a:p>
        </p:txBody>
      </p:sp>
      <p:sp>
        <p:nvSpPr>
          <p:cNvPr id="66" name="Text Placeholder 3"/>
          <p:cNvSpPr>
            <a:spLocks noGrp="1"/>
          </p:cNvSpPr>
          <p:nvPr>
            <p:ph type="body" sz="quarter" idx="119" hasCustomPrompt="1"/>
          </p:nvPr>
        </p:nvSpPr>
        <p:spPr>
          <a:xfrm>
            <a:off x="-11406167" y="21765467"/>
            <a:ext cx="11128306" cy="701805"/>
          </a:xfrm>
          <a:prstGeom prst="rect">
            <a:avLst/>
          </a:prstGeom>
        </p:spPr>
        <p:txBody>
          <a:bodyPr wrap="square" lIns="187489" tIns="187489" rIns="187489" bIns="187489">
            <a:spAutoFit/>
          </a:bodyPr>
          <a:lstStyle>
            <a:lvl1pPr marL="0" indent="0">
              <a:buNone/>
              <a:defRPr sz="2100" baseline="0">
                <a:latin typeface="Trebuchet MS" pitchFamily="34" charset="0"/>
              </a:defRPr>
            </a:lvl1pPr>
            <a:lvl2pPr marL="1218674" indent="-468721">
              <a:defRPr sz="2100">
                <a:latin typeface="Trebuchet MS" pitchFamily="34" charset="0"/>
              </a:defRPr>
            </a:lvl2pPr>
            <a:lvl3pPr marL="1687395" indent="-468721">
              <a:defRPr sz="2100">
                <a:latin typeface="Trebuchet MS" pitchFamily="34" charset="0"/>
              </a:defRPr>
            </a:lvl3pPr>
            <a:lvl4pPr marL="2202988" indent="-515593">
              <a:defRPr sz="2100">
                <a:latin typeface="Trebuchet MS" pitchFamily="34" charset="0"/>
              </a:defRPr>
            </a:lvl4pPr>
            <a:lvl5pPr marL="2577965" indent="-374977">
              <a:defRPr sz="2100">
                <a:latin typeface="Trebuchet MS" pitchFamily="34" charset="0"/>
              </a:defRPr>
            </a:lvl5pPr>
          </a:lstStyle>
          <a:p>
            <a:pPr lvl="0"/>
            <a:r>
              <a:rPr lang="en-US" dirty="0" smtClean="0"/>
              <a:t>TEXT PLACEHOLDER</a:t>
            </a:r>
            <a:endParaRPr lang="en-US" dirty="0"/>
          </a:p>
        </p:txBody>
      </p:sp>
      <p:sp>
        <p:nvSpPr>
          <p:cNvPr id="67" name="Text Placeholder 3"/>
          <p:cNvSpPr>
            <a:spLocks noGrp="1"/>
          </p:cNvSpPr>
          <p:nvPr>
            <p:ph type="body" sz="quarter" idx="120" hasCustomPrompt="1"/>
          </p:nvPr>
        </p:nvSpPr>
        <p:spPr>
          <a:xfrm>
            <a:off x="-11406167" y="21765467"/>
            <a:ext cx="11128306" cy="701805"/>
          </a:xfrm>
          <a:prstGeom prst="rect">
            <a:avLst/>
          </a:prstGeom>
        </p:spPr>
        <p:txBody>
          <a:bodyPr wrap="square" lIns="187489" tIns="187489" rIns="187489" bIns="187489">
            <a:spAutoFit/>
          </a:bodyPr>
          <a:lstStyle>
            <a:lvl1pPr marL="0" indent="0">
              <a:buNone/>
              <a:defRPr sz="2100" baseline="0">
                <a:latin typeface="Trebuchet MS" pitchFamily="34" charset="0"/>
              </a:defRPr>
            </a:lvl1pPr>
            <a:lvl2pPr marL="1218674" indent="-468721">
              <a:defRPr sz="2100">
                <a:latin typeface="Trebuchet MS" pitchFamily="34" charset="0"/>
              </a:defRPr>
            </a:lvl2pPr>
            <a:lvl3pPr marL="1687395" indent="-468721">
              <a:defRPr sz="2100">
                <a:latin typeface="Trebuchet MS" pitchFamily="34" charset="0"/>
              </a:defRPr>
            </a:lvl3pPr>
            <a:lvl4pPr marL="2202988" indent="-515593">
              <a:defRPr sz="2100">
                <a:latin typeface="Trebuchet MS" pitchFamily="34" charset="0"/>
              </a:defRPr>
            </a:lvl4pPr>
            <a:lvl5pPr marL="2577965" indent="-374977">
              <a:defRPr sz="2100">
                <a:latin typeface="Trebuchet MS" pitchFamily="34" charset="0"/>
              </a:defRPr>
            </a:lvl5pPr>
          </a:lstStyle>
          <a:p>
            <a:pPr lvl="0"/>
            <a:r>
              <a:rPr lang="en-US" dirty="0" smtClean="0"/>
              <a:t>TEXT PLACEHOLDER</a:t>
            </a:r>
            <a:endParaRPr lang="en-US" dirty="0"/>
          </a:p>
        </p:txBody>
      </p:sp>
      <p:sp>
        <p:nvSpPr>
          <p:cNvPr id="68" name="Text Placeholder 3"/>
          <p:cNvSpPr>
            <a:spLocks noGrp="1"/>
          </p:cNvSpPr>
          <p:nvPr>
            <p:ph type="body" sz="quarter" idx="121" hasCustomPrompt="1"/>
          </p:nvPr>
        </p:nvSpPr>
        <p:spPr>
          <a:xfrm>
            <a:off x="-11406167" y="21765467"/>
            <a:ext cx="11128306" cy="701805"/>
          </a:xfrm>
          <a:prstGeom prst="rect">
            <a:avLst/>
          </a:prstGeom>
        </p:spPr>
        <p:txBody>
          <a:bodyPr wrap="square" lIns="187489" tIns="187489" rIns="187489" bIns="187489">
            <a:spAutoFit/>
          </a:bodyPr>
          <a:lstStyle>
            <a:lvl1pPr marL="0" indent="0">
              <a:buNone/>
              <a:defRPr sz="2100" baseline="0">
                <a:latin typeface="Trebuchet MS" pitchFamily="34" charset="0"/>
              </a:defRPr>
            </a:lvl1pPr>
            <a:lvl2pPr marL="1218674" indent="-468721">
              <a:defRPr sz="2100">
                <a:latin typeface="Trebuchet MS" pitchFamily="34" charset="0"/>
              </a:defRPr>
            </a:lvl2pPr>
            <a:lvl3pPr marL="1687395" indent="-468721">
              <a:defRPr sz="2100">
                <a:latin typeface="Trebuchet MS" pitchFamily="34" charset="0"/>
              </a:defRPr>
            </a:lvl3pPr>
            <a:lvl4pPr marL="2202988" indent="-515593">
              <a:defRPr sz="2100">
                <a:latin typeface="Trebuchet MS" pitchFamily="34" charset="0"/>
              </a:defRPr>
            </a:lvl4pPr>
            <a:lvl5pPr marL="2577965" indent="-374977">
              <a:defRPr sz="2100">
                <a:latin typeface="Trebuchet MS" pitchFamily="34" charset="0"/>
              </a:defRPr>
            </a:lvl5pPr>
          </a:lstStyle>
          <a:p>
            <a:pPr lvl="0"/>
            <a:r>
              <a:rPr lang="en-US" dirty="0" smtClean="0"/>
              <a:t>TEXT PLACEHOLDER</a:t>
            </a:r>
            <a:endParaRPr lang="en-US" dirty="0"/>
          </a:p>
        </p:txBody>
      </p:sp>
      <p:sp>
        <p:nvSpPr>
          <p:cNvPr id="69" name="Text Placeholder 3"/>
          <p:cNvSpPr>
            <a:spLocks noGrp="1"/>
          </p:cNvSpPr>
          <p:nvPr>
            <p:ph type="body" sz="quarter" idx="122" hasCustomPrompt="1"/>
          </p:nvPr>
        </p:nvSpPr>
        <p:spPr>
          <a:xfrm>
            <a:off x="-11406167" y="21765467"/>
            <a:ext cx="11128306" cy="701805"/>
          </a:xfrm>
          <a:prstGeom prst="rect">
            <a:avLst/>
          </a:prstGeom>
        </p:spPr>
        <p:txBody>
          <a:bodyPr wrap="square" lIns="187489" tIns="187489" rIns="187489" bIns="187489">
            <a:spAutoFit/>
          </a:bodyPr>
          <a:lstStyle>
            <a:lvl1pPr marL="0" indent="0">
              <a:buNone/>
              <a:defRPr sz="2100" baseline="0">
                <a:latin typeface="Trebuchet MS" pitchFamily="34" charset="0"/>
              </a:defRPr>
            </a:lvl1pPr>
            <a:lvl2pPr marL="1218674" indent="-468721">
              <a:defRPr sz="2100">
                <a:latin typeface="Trebuchet MS" pitchFamily="34" charset="0"/>
              </a:defRPr>
            </a:lvl2pPr>
            <a:lvl3pPr marL="1687395" indent="-468721">
              <a:defRPr sz="2100">
                <a:latin typeface="Trebuchet MS" pitchFamily="34" charset="0"/>
              </a:defRPr>
            </a:lvl3pPr>
            <a:lvl4pPr marL="2202988" indent="-515593">
              <a:defRPr sz="2100">
                <a:latin typeface="Trebuchet MS" pitchFamily="34" charset="0"/>
              </a:defRPr>
            </a:lvl4pPr>
            <a:lvl5pPr marL="2577965" indent="-374977">
              <a:defRPr sz="2100">
                <a:latin typeface="Trebuchet MS" pitchFamily="34" charset="0"/>
              </a:defRPr>
            </a:lvl5pPr>
          </a:lstStyle>
          <a:p>
            <a:pPr lvl="0"/>
            <a:r>
              <a:rPr lang="en-US" dirty="0" smtClean="0"/>
              <a:t>TEXT PLACEHOLDER</a:t>
            </a:r>
            <a:endParaRPr lang="en-US" dirty="0"/>
          </a:p>
        </p:txBody>
      </p:sp>
      <p:sp>
        <p:nvSpPr>
          <p:cNvPr id="70" name="Text Placeholder 3"/>
          <p:cNvSpPr>
            <a:spLocks noGrp="1"/>
          </p:cNvSpPr>
          <p:nvPr>
            <p:ph type="body" sz="quarter" idx="123" hasCustomPrompt="1"/>
          </p:nvPr>
        </p:nvSpPr>
        <p:spPr>
          <a:xfrm>
            <a:off x="-11406167" y="21765467"/>
            <a:ext cx="11128306" cy="701805"/>
          </a:xfrm>
          <a:prstGeom prst="rect">
            <a:avLst/>
          </a:prstGeom>
        </p:spPr>
        <p:txBody>
          <a:bodyPr wrap="square" lIns="187489" tIns="187489" rIns="187489" bIns="187489">
            <a:spAutoFit/>
          </a:bodyPr>
          <a:lstStyle>
            <a:lvl1pPr marL="0" indent="0">
              <a:buNone/>
              <a:defRPr sz="2100" baseline="0">
                <a:latin typeface="Trebuchet MS" pitchFamily="34" charset="0"/>
              </a:defRPr>
            </a:lvl1pPr>
            <a:lvl2pPr marL="1218674" indent="-468721">
              <a:defRPr sz="2100">
                <a:latin typeface="Trebuchet MS" pitchFamily="34" charset="0"/>
              </a:defRPr>
            </a:lvl2pPr>
            <a:lvl3pPr marL="1687395" indent="-468721">
              <a:defRPr sz="2100">
                <a:latin typeface="Trebuchet MS" pitchFamily="34" charset="0"/>
              </a:defRPr>
            </a:lvl3pPr>
            <a:lvl4pPr marL="2202988" indent="-515593">
              <a:defRPr sz="2100">
                <a:latin typeface="Trebuchet MS" pitchFamily="34" charset="0"/>
              </a:defRPr>
            </a:lvl4pPr>
            <a:lvl5pPr marL="2577965" indent="-374977">
              <a:defRPr sz="2100">
                <a:latin typeface="Trebuchet MS" pitchFamily="34" charset="0"/>
              </a:defRPr>
            </a:lvl5pPr>
          </a:lstStyle>
          <a:p>
            <a:pPr lvl="0"/>
            <a:r>
              <a:rPr lang="en-US" dirty="0" smtClean="0"/>
              <a:t>TEXT PLACEHOLDER</a:t>
            </a:r>
            <a:endParaRPr lang="en-US" dirty="0"/>
          </a:p>
        </p:txBody>
      </p:sp>
      <p:sp>
        <p:nvSpPr>
          <p:cNvPr id="108" name="Text Placeholder 3"/>
          <p:cNvSpPr>
            <a:spLocks noGrp="1"/>
          </p:cNvSpPr>
          <p:nvPr>
            <p:ph type="body" sz="quarter" idx="124" hasCustomPrompt="1"/>
          </p:nvPr>
        </p:nvSpPr>
        <p:spPr>
          <a:xfrm>
            <a:off x="-11406167" y="21765467"/>
            <a:ext cx="11128306" cy="701805"/>
          </a:xfrm>
          <a:prstGeom prst="rect">
            <a:avLst/>
          </a:prstGeom>
        </p:spPr>
        <p:txBody>
          <a:bodyPr wrap="square" lIns="187489" tIns="187489" rIns="187489" bIns="187489">
            <a:spAutoFit/>
          </a:bodyPr>
          <a:lstStyle>
            <a:lvl1pPr marL="0" indent="0">
              <a:buNone/>
              <a:defRPr sz="2100" baseline="0">
                <a:latin typeface="Trebuchet MS" pitchFamily="34" charset="0"/>
              </a:defRPr>
            </a:lvl1pPr>
            <a:lvl2pPr marL="1218674" indent="-468721">
              <a:defRPr sz="2100">
                <a:latin typeface="Trebuchet MS" pitchFamily="34" charset="0"/>
              </a:defRPr>
            </a:lvl2pPr>
            <a:lvl3pPr marL="1687395" indent="-468721">
              <a:defRPr sz="2100">
                <a:latin typeface="Trebuchet MS" pitchFamily="34" charset="0"/>
              </a:defRPr>
            </a:lvl3pPr>
            <a:lvl4pPr marL="2202988" indent="-515593">
              <a:defRPr sz="2100">
                <a:latin typeface="Trebuchet MS" pitchFamily="34" charset="0"/>
              </a:defRPr>
            </a:lvl4pPr>
            <a:lvl5pPr marL="2577965" indent="-374977">
              <a:defRPr sz="2100">
                <a:latin typeface="Trebuchet MS" pitchFamily="34" charset="0"/>
              </a:defRPr>
            </a:lvl5pPr>
          </a:lstStyle>
          <a:p>
            <a:pPr lvl="0"/>
            <a:r>
              <a:rPr lang="en-US" dirty="0" smtClean="0"/>
              <a:t>TEXT PLACEHOLDER</a:t>
            </a:r>
            <a:endParaRPr lang="en-US" dirty="0"/>
          </a:p>
        </p:txBody>
      </p:sp>
      <p:sp>
        <p:nvSpPr>
          <p:cNvPr id="109" name="Text Placeholder 3"/>
          <p:cNvSpPr>
            <a:spLocks noGrp="1"/>
          </p:cNvSpPr>
          <p:nvPr>
            <p:ph type="body" sz="quarter" idx="125" hasCustomPrompt="1"/>
          </p:nvPr>
        </p:nvSpPr>
        <p:spPr>
          <a:xfrm>
            <a:off x="-11406167" y="21765467"/>
            <a:ext cx="11128306" cy="701805"/>
          </a:xfrm>
          <a:prstGeom prst="rect">
            <a:avLst/>
          </a:prstGeom>
        </p:spPr>
        <p:txBody>
          <a:bodyPr wrap="square" lIns="187489" tIns="187489" rIns="187489" bIns="187489">
            <a:spAutoFit/>
          </a:bodyPr>
          <a:lstStyle>
            <a:lvl1pPr marL="0" indent="0">
              <a:buNone/>
              <a:defRPr sz="2100" baseline="0">
                <a:latin typeface="Trebuchet MS" pitchFamily="34" charset="0"/>
              </a:defRPr>
            </a:lvl1pPr>
            <a:lvl2pPr marL="1218674" indent="-468721">
              <a:defRPr sz="2100">
                <a:latin typeface="Trebuchet MS" pitchFamily="34" charset="0"/>
              </a:defRPr>
            </a:lvl2pPr>
            <a:lvl3pPr marL="1687395" indent="-468721">
              <a:defRPr sz="2100">
                <a:latin typeface="Trebuchet MS" pitchFamily="34" charset="0"/>
              </a:defRPr>
            </a:lvl3pPr>
            <a:lvl4pPr marL="2202988" indent="-515593">
              <a:defRPr sz="2100">
                <a:latin typeface="Trebuchet MS" pitchFamily="34" charset="0"/>
              </a:defRPr>
            </a:lvl4pPr>
            <a:lvl5pPr marL="2577965" indent="-374977">
              <a:defRPr sz="2100">
                <a:latin typeface="Trebuchet MS" pitchFamily="34" charset="0"/>
              </a:defRPr>
            </a:lvl5pPr>
          </a:lstStyle>
          <a:p>
            <a:pPr lvl="0"/>
            <a:r>
              <a:rPr lang="en-US" dirty="0" smtClean="0"/>
              <a:t>TEXT PLACEHOLDER</a:t>
            </a:r>
            <a:endParaRPr lang="en-US" dirty="0"/>
          </a:p>
        </p:txBody>
      </p:sp>
      <p:sp>
        <p:nvSpPr>
          <p:cNvPr id="110" name="Picture Placeholder 13"/>
          <p:cNvSpPr>
            <a:spLocks noGrp="1"/>
          </p:cNvSpPr>
          <p:nvPr>
            <p:ph type="pic" sz="quarter" idx="115" hasCustomPrompt="1"/>
          </p:nvPr>
        </p:nvSpPr>
        <p:spPr>
          <a:xfrm>
            <a:off x="-10640548" y="25645848"/>
            <a:ext cx="9656180" cy="7878564"/>
          </a:xfrm>
          <a:prstGeom prst="rect">
            <a:avLst/>
          </a:prstGeom>
          <a:solidFill>
            <a:schemeClr val="bg2"/>
          </a:solidFill>
          <a:ln>
            <a:solidFill>
              <a:schemeClr val="tx2"/>
            </a:solidFill>
          </a:ln>
          <a:effectLst/>
        </p:spPr>
        <p:txBody>
          <a:bodyPr lIns="74996" tIns="37497" rIns="74996" bIns="37497" anchor="ctr"/>
          <a:lstStyle>
            <a:lvl1pPr marL="0" indent="0" algn="ctr">
              <a:buNone/>
              <a:defRPr sz="3300" b="0" baseline="0">
                <a:solidFill>
                  <a:schemeClr val="tx2"/>
                </a:solidFill>
              </a:defRPr>
            </a:lvl1pPr>
          </a:lstStyle>
          <a:p>
            <a:r>
              <a:rPr lang="en-US" dirty="0" smtClean="0"/>
              <a:t>PICTURE PLACEHOLDER</a:t>
            </a:r>
            <a:endParaRPr lang="en-US" dirty="0"/>
          </a:p>
        </p:txBody>
      </p:sp>
      <p:sp>
        <p:nvSpPr>
          <p:cNvPr id="111" name="Picture Placeholder 13"/>
          <p:cNvSpPr>
            <a:spLocks noGrp="1"/>
          </p:cNvSpPr>
          <p:nvPr>
            <p:ph type="pic" sz="quarter" idx="126" hasCustomPrompt="1"/>
          </p:nvPr>
        </p:nvSpPr>
        <p:spPr>
          <a:xfrm>
            <a:off x="-10640548" y="25645848"/>
            <a:ext cx="9656180" cy="7878564"/>
          </a:xfrm>
          <a:prstGeom prst="rect">
            <a:avLst/>
          </a:prstGeom>
          <a:solidFill>
            <a:schemeClr val="bg2"/>
          </a:solidFill>
          <a:ln>
            <a:solidFill>
              <a:schemeClr val="tx2"/>
            </a:solidFill>
          </a:ln>
          <a:effectLst/>
        </p:spPr>
        <p:txBody>
          <a:bodyPr lIns="74996" tIns="37497" rIns="74996" bIns="37497" anchor="ctr"/>
          <a:lstStyle>
            <a:lvl1pPr marL="0" indent="0" algn="ctr">
              <a:buNone/>
              <a:defRPr sz="3300" b="0" baseline="0">
                <a:solidFill>
                  <a:schemeClr val="tx2"/>
                </a:solidFill>
              </a:defRPr>
            </a:lvl1pPr>
          </a:lstStyle>
          <a:p>
            <a:r>
              <a:rPr lang="en-US" dirty="0" smtClean="0"/>
              <a:t>PICTURE PLACEHOLDER</a:t>
            </a:r>
            <a:endParaRPr lang="en-US" dirty="0"/>
          </a:p>
        </p:txBody>
      </p:sp>
      <p:sp>
        <p:nvSpPr>
          <p:cNvPr id="112" name="Picture Placeholder 13"/>
          <p:cNvSpPr>
            <a:spLocks noGrp="1"/>
          </p:cNvSpPr>
          <p:nvPr>
            <p:ph type="pic" sz="quarter" idx="127" hasCustomPrompt="1"/>
          </p:nvPr>
        </p:nvSpPr>
        <p:spPr>
          <a:xfrm>
            <a:off x="-10640548" y="25645848"/>
            <a:ext cx="9656180" cy="7878564"/>
          </a:xfrm>
          <a:prstGeom prst="rect">
            <a:avLst/>
          </a:prstGeom>
          <a:solidFill>
            <a:schemeClr val="bg2"/>
          </a:solidFill>
          <a:ln>
            <a:solidFill>
              <a:schemeClr val="tx2"/>
            </a:solidFill>
          </a:ln>
          <a:effectLst/>
        </p:spPr>
        <p:txBody>
          <a:bodyPr lIns="74996" tIns="37497" rIns="74996" bIns="37497" anchor="ctr"/>
          <a:lstStyle>
            <a:lvl1pPr marL="0" indent="0" algn="ctr">
              <a:buNone/>
              <a:defRPr sz="3300" b="0" baseline="0">
                <a:solidFill>
                  <a:schemeClr val="tx2"/>
                </a:solidFill>
              </a:defRPr>
            </a:lvl1pPr>
          </a:lstStyle>
          <a:p>
            <a:r>
              <a:rPr lang="en-US" dirty="0" smtClean="0"/>
              <a:t>PICTURE PLACEHOLDER</a:t>
            </a:r>
            <a:endParaRPr lang="en-US" dirty="0"/>
          </a:p>
        </p:txBody>
      </p:sp>
      <p:sp>
        <p:nvSpPr>
          <p:cNvPr id="113" name="Picture Placeholder 13"/>
          <p:cNvSpPr>
            <a:spLocks noGrp="1"/>
          </p:cNvSpPr>
          <p:nvPr>
            <p:ph type="pic" sz="quarter" idx="128" hasCustomPrompt="1"/>
          </p:nvPr>
        </p:nvSpPr>
        <p:spPr>
          <a:xfrm>
            <a:off x="-10640548" y="25645848"/>
            <a:ext cx="9656180" cy="7878564"/>
          </a:xfrm>
          <a:prstGeom prst="rect">
            <a:avLst/>
          </a:prstGeom>
          <a:solidFill>
            <a:schemeClr val="bg2"/>
          </a:solidFill>
          <a:ln>
            <a:solidFill>
              <a:schemeClr val="tx2"/>
            </a:solidFill>
          </a:ln>
          <a:effectLst/>
        </p:spPr>
        <p:txBody>
          <a:bodyPr lIns="74996" tIns="37497" rIns="74996" bIns="37497" anchor="ctr"/>
          <a:lstStyle>
            <a:lvl1pPr marL="0" indent="0" algn="ctr">
              <a:buNone/>
              <a:defRPr sz="3300" b="0" baseline="0">
                <a:solidFill>
                  <a:schemeClr val="tx2"/>
                </a:solidFill>
              </a:defRPr>
            </a:lvl1pPr>
          </a:lstStyle>
          <a:p>
            <a:r>
              <a:rPr lang="en-US" dirty="0" smtClean="0"/>
              <a:t>PICTURE PLACEHOLDER</a:t>
            </a:r>
            <a:endParaRPr lang="en-US" dirty="0"/>
          </a:p>
        </p:txBody>
      </p:sp>
      <p:sp>
        <p:nvSpPr>
          <p:cNvPr id="114" name="Picture Placeholder 13"/>
          <p:cNvSpPr>
            <a:spLocks noGrp="1"/>
          </p:cNvSpPr>
          <p:nvPr>
            <p:ph type="pic" sz="quarter" idx="129" hasCustomPrompt="1"/>
          </p:nvPr>
        </p:nvSpPr>
        <p:spPr>
          <a:xfrm>
            <a:off x="-10640548" y="25645848"/>
            <a:ext cx="9656180" cy="7878564"/>
          </a:xfrm>
          <a:prstGeom prst="rect">
            <a:avLst/>
          </a:prstGeom>
          <a:solidFill>
            <a:schemeClr val="bg2"/>
          </a:solidFill>
          <a:ln>
            <a:solidFill>
              <a:schemeClr val="tx2"/>
            </a:solidFill>
          </a:ln>
          <a:effectLst/>
        </p:spPr>
        <p:txBody>
          <a:bodyPr lIns="74996" tIns="37497" rIns="74996" bIns="37497" anchor="ctr"/>
          <a:lstStyle>
            <a:lvl1pPr marL="0" indent="0" algn="ctr">
              <a:buNone/>
              <a:defRPr sz="3300" b="0" baseline="0">
                <a:solidFill>
                  <a:schemeClr val="tx2"/>
                </a:solidFill>
              </a:defRPr>
            </a:lvl1pPr>
          </a:lstStyle>
          <a:p>
            <a:r>
              <a:rPr lang="en-US" dirty="0" smtClean="0"/>
              <a:t>PICTURE PLACEHOLDER</a:t>
            </a:r>
            <a:endParaRPr lang="en-US" dirty="0"/>
          </a:p>
        </p:txBody>
      </p:sp>
      <p:sp>
        <p:nvSpPr>
          <p:cNvPr id="115" name="Picture Placeholder 13"/>
          <p:cNvSpPr>
            <a:spLocks noGrp="1"/>
          </p:cNvSpPr>
          <p:nvPr>
            <p:ph type="pic" sz="quarter" idx="130" hasCustomPrompt="1"/>
          </p:nvPr>
        </p:nvSpPr>
        <p:spPr>
          <a:xfrm>
            <a:off x="-10640548" y="25645848"/>
            <a:ext cx="9656180" cy="7878564"/>
          </a:xfrm>
          <a:prstGeom prst="rect">
            <a:avLst/>
          </a:prstGeom>
          <a:solidFill>
            <a:schemeClr val="bg2"/>
          </a:solidFill>
          <a:ln>
            <a:solidFill>
              <a:schemeClr val="tx2"/>
            </a:solidFill>
          </a:ln>
          <a:effectLst/>
        </p:spPr>
        <p:txBody>
          <a:bodyPr lIns="74996" tIns="37497" rIns="74996" bIns="37497" anchor="ctr"/>
          <a:lstStyle>
            <a:lvl1pPr marL="0" indent="0" algn="ctr">
              <a:buNone/>
              <a:defRPr sz="3300" b="0" baseline="0">
                <a:solidFill>
                  <a:schemeClr val="tx2"/>
                </a:solidFill>
              </a:defRPr>
            </a:lvl1pPr>
          </a:lstStyle>
          <a:p>
            <a:r>
              <a:rPr lang="en-US" dirty="0" smtClean="0"/>
              <a:t>PICTURE PLACEHOLDER</a:t>
            </a:r>
            <a:endParaRPr lang="en-US" dirty="0"/>
          </a:p>
        </p:txBody>
      </p:sp>
      <p:sp>
        <p:nvSpPr>
          <p:cNvPr id="116" name="Picture Placeholder 13"/>
          <p:cNvSpPr>
            <a:spLocks noGrp="1"/>
          </p:cNvSpPr>
          <p:nvPr>
            <p:ph type="pic" sz="quarter" idx="131" hasCustomPrompt="1"/>
          </p:nvPr>
        </p:nvSpPr>
        <p:spPr>
          <a:xfrm>
            <a:off x="-10640548" y="25645848"/>
            <a:ext cx="9656180" cy="7878564"/>
          </a:xfrm>
          <a:prstGeom prst="rect">
            <a:avLst/>
          </a:prstGeom>
          <a:solidFill>
            <a:schemeClr val="bg2"/>
          </a:solidFill>
          <a:ln>
            <a:solidFill>
              <a:schemeClr val="tx2"/>
            </a:solidFill>
          </a:ln>
          <a:effectLst/>
        </p:spPr>
        <p:txBody>
          <a:bodyPr lIns="74996" tIns="37497" rIns="74996" bIns="37497" anchor="ctr"/>
          <a:lstStyle>
            <a:lvl1pPr marL="0" indent="0" algn="ctr">
              <a:buNone/>
              <a:defRPr sz="3300" b="0" baseline="0">
                <a:solidFill>
                  <a:schemeClr val="tx2"/>
                </a:solidFill>
              </a:defRPr>
            </a:lvl1pPr>
          </a:lstStyle>
          <a:p>
            <a:r>
              <a:rPr lang="en-US" dirty="0" smtClean="0"/>
              <a:t>PICTURE PLACEHOLDER</a:t>
            </a:r>
            <a:endParaRPr lang="en-US" dirty="0"/>
          </a:p>
        </p:txBody>
      </p:sp>
      <p:sp>
        <p:nvSpPr>
          <p:cNvPr id="117" name="Picture Placeholder 13"/>
          <p:cNvSpPr>
            <a:spLocks noGrp="1"/>
          </p:cNvSpPr>
          <p:nvPr>
            <p:ph type="pic" sz="quarter" idx="132" hasCustomPrompt="1"/>
          </p:nvPr>
        </p:nvSpPr>
        <p:spPr>
          <a:xfrm>
            <a:off x="-10640548" y="25645848"/>
            <a:ext cx="9656180" cy="7878564"/>
          </a:xfrm>
          <a:prstGeom prst="rect">
            <a:avLst/>
          </a:prstGeom>
          <a:solidFill>
            <a:schemeClr val="bg2"/>
          </a:solidFill>
          <a:ln>
            <a:solidFill>
              <a:schemeClr val="tx2"/>
            </a:solidFill>
          </a:ln>
          <a:effectLst/>
        </p:spPr>
        <p:txBody>
          <a:bodyPr lIns="74996" tIns="37497" rIns="74996" bIns="37497" anchor="ctr"/>
          <a:lstStyle>
            <a:lvl1pPr marL="0" indent="0" algn="ctr">
              <a:buNone/>
              <a:defRPr sz="3300" b="0" baseline="0">
                <a:solidFill>
                  <a:schemeClr val="tx2"/>
                </a:solidFill>
              </a:defRPr>
            </a:lvl1pPr>
          </a:lstStyle>
          <a:p>
            <a:r>
              <a:rPr lang="en-US" dirty="0" smtClean="0"/>
              <a:t>PICTURE PLACEHOLDER</a:t>
            </a:r>
            <a:endParaRPr lang="en-US" dirty="0"/>
          </a:p>
        </p:txBody>
      </p:sp>
      <p:sp>
        <p:nvSpPr>
          <p:cNvPr id="118" name="Picture Placeholder 13"/>
          <p:cNvSpPr>
            <a:spLocks noGrp="1"/>
          </p:cNvSpPr>
          <p:nvPr>
            <p:ph type="pic" sz="quarter" idx="133" hasCustomPrompt="1"/>
          </p:nvPr>
        </p:nvSpPr>
        <p:spPr>
          <a:xfrm>
            <a:off x="-10640548" y="25645848"/>
            <a:ext cx="9656180" cy="7878564"/>
          </a:xfrm>
          <a:prstGeom prst="rect">
            <a:avLst/>
          </a:prstGeom>
          <a:solidFill>
            <a:schemeClr val="bg2"/>
          </a:solidFill>
          <a:ln>
            <a:solidFill>
              <a:schemeClr val="tx2"/>
            </a:solidFill>
          </a:ln>
          <a:effectLst/>
        </p:spPr>
        <p:txBody>
          <a:bodyPr lIns="74996" tIns="37497" rIns="74996" bIns="37497" anchor="ctr"/>
          <a:lstStyle>
            <a:lvl1pPr marL="0" indent="0" algn="ctr">
              <a:buNone/>
              <a:defRPr sz="3300" b="0" baseline="0">
                <a:solidFill>
                  <a:schemeClr val="tx2"/>
                </a:solidFill>
              </a:defRPr>
            </a:lvl1pPr>
          </a:lstStyle>
          <a:p>
            <a:r>
              <a:rPr lang="en-US" dirty="0" smtClean="0"/>
              <a:t>PICTURE PLACEHOLDER</a:t>
            </a:r>
            <a:endParaRPr lang="en-US" dirty="0"/>
          </a:p>
        </p:txBody>
      </p:sp>
      <p:sp>
        <p:nvSpPr>
          <p:cNvPr id="119" name="Picture Placeholder 13"/>
          <p:cNvSpPr>
            <a:spLocks noGrp="1"/>
          </p:cNvSpPr>
          <p:nvPr>
            <p:ph type="pic" sz="quarter" idx="134" hasCustomPrompt="1"/>
          </p:nvPr>
        </p:nvSpPr>
        <p:spPr>
          <a:xfrm>
            <a:off x="-10640548" y="25645848"/>
            <a:ext cx="9656180" cy="7878564"/>
          </a:xfrm>
          <a:prstGeom prst="rect">
            <a:avLst/>
          </a:prstGeom>
          <a:solidFill>
            <a:schemeClr val="bg2"/>
          </a:solidFill>
          <a:ln>
            <a:solidFill>
              <a:schemeClr val="tx2"/>
            </a:solidFill>
          </a:ln>
          <a:effectLst/>
        </p:spPr>
        <p:txBody>
          <a:bodyPr lIns="74996" tIns="37497" rIns="74996" bIns="37497" anchor="ctr"/>
          <a:lstStyle>
            <a:lvl1pPr marL="0" indent="0" algn="ctr">
              <a:buNone/>
              <a:defRPr sz="3300" b="0" baseline="0">
                <a:solidFill>
                  <a:schemeClr val="tx2"/>
                </a:solidFill>
              </a:defRPr>
            </a:lvl1pPr>
          </a:lstStyle>
          <a:p>
            <a:r>
              <a:rPr lang="en-US" dirty="0" smtClean="0"/>
              <a:t>PICTURE PLACEHOLDER</a:t>
            </a:r>
            <a:endParaRPr lang="en-US" dirty="0"/>
          </a:p>
        </p:txBody>
      </p:sp>
      <p:sp>
        <p:nvSpPr>
          <p:cNvPr id="120" name="Picture Placeholder 13"/>
          <p:cNvSpPr>
            <a:spLocks noGrp="1"/>
          </p:cNvSpPr>
          <p:nvPr>
            <p:ph type="pic" sz="quarter" idx="135" hasCustomPrompt="1"/>
          </p:nvPr>
        </p:nvSpPr>
        <p:spPr>
          <a:xfrm>
            <a:off x="-10640548" y="25645848"/>
            <a:ext cx="9656180" cy="7878564"/>
          </a:xfrm>
          <a:prstGeom prst="rect">
            <a:avLst/>
          </a:prstGeom>
          <a:solidFill>
            <a:schemeClr val="bg2"/>
          </a:solidFill>
          <a:ln>
            <a:solidFill>
              <a:schemeClr val="tx2"/>
            </a:solidFill>
          </a:ln>
          <a:effectLst/>
        </p:spPr>
        <p:txBody>
          <a:bodyPr lIns="74996" tIns="37497" rIns="74996" bIns="37497" anchor="ctr"/>
          <a:lstStyle>
            <a:lvl1pPr marL="0" indent="0" algn="ctr">
              <a:buNone/>
              <a:defRPr sz="3300" b="0" baseline="0">
                <a:solidFill>
                  <a:schemeClr val="tx2"/>
                </a:solidFill>
              </a:defRPr>
            </a:lvl1pPr>
          </a:lstStyle>
          <a:p>
            <a:r>
              <a:rPr lang="en-US" dirty="0" smtClean="0"/>
              <a:t>PICTURE PLACEHOLDER</a:t>
            </a:r>
            <a:endParaRPr lang="en-US" dirty="0"/>
          </a:p>
        </p:txBody>
      </p:sp>
      <p:sp>
        <p:nvSpPr>
          <p:cNvPr id="121" name="Text Placeholder 5"/>
          <p:cNvSpPr>
            <a:spLocks noGrp="1"/>
          </p:cNvSpPr>
          <p:nvPr>
            <p:ph type="body" sz="quarter" idx="136" hasCustomPrompt="1"/>
          </p:nvPr>
        </p:nvSpPr>
        <p:spPr>
          <a:xfrm>
            <a:off x="-11411612" y="18693371"/>
            <a:ext cx="11118126" cy="618471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 wrap="square" lIns="74996" tIns="74996" rIns="74996" bIns="74996" anchor="ctr" anchorCtr="0">
            <a:spAutoFit/>
          </a:bodyPr>
          <a:lstStyle>
            <a:lvl1pPr algn="ctr">
              <a:buNone/>
              <a:defRPr sz="30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smtClean="0"/>
              <a:t>SECTION HEADER PLACEHOLDER</a:t>
            </a:r>
            <a:endParaRPr lang="en-US" dirty="0"/>
          </a:p>
        </p:txBody>
      </p:sp>
      <p:sp>
        <p:nvSpPr>
          <p:cNvPr id="122" name="Text Placeholder 5"/>
          <p:cNvSpPr>
            <a:spLocks noGrp="1"/>
          </p:cNvSpPr>
          <p:nvPr>
            <p:ph type="body" sz="quarter" idx="137" hasCustomPrompt="1"/>
          </p:nvPr>
        </p:nvSpPr>
        <p:spPr>
          <a:xfrm>
            <a:off x="-11411612" y="18693371"/>
            <a:ext cx="11118126" cy="618471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 wrap="square" lIns="74996" tIns="74996" rIns="74996" bIns="74996" anchor="ctr" anchorCtr="0">
            <a:spAutoFit/>
          </a:bodyPr>
          <a:lstStyle>
            <a:lvl1pPr algn="ctr">
              <a:buNone/>
              <a:defRPr sz="30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smtClean="0"/>
              <a:t>SECTION HEADER PLACEHOLDER</a:t>
            </a:r>
            <a:endParaRPr lang="en-US" dirty="0"/>
          </a:p>
        </p:txBody>
      </p:sp>
      <p:sp>
        <p:nvSpPr>
          <p:cNvPr id="123" name="Text Placeholder 5"/>
          <p:cNvSpPr>
            <a:spLocks noGrp="1"/>
          </p:cNvSpPr>
          <p:nvPr>
            <p:ph type="body" sz="quarter" idx="138" hasCustomPrompt="1"/>
          </p:nvPr>
        </p:nvSpPr>
        <p:spPr>
          <a:xfrm>
            <a:off x="-11411612" y="18693371"/>
            <a:ext cx="11118126" cy="618471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 wrap="square" lIns="74996" tIns="74996" rIns="74996" bIns="74996" anchor="ctr" anchorCtr="0">
            <a:spAutoFit/>
          </a:bodyPr>
          <a:lstStyle>
            <a:lvl1pPr algn="ctr">
              <a:buNone/>
              <a:defRPr sz="30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smtClean="0"/>
              <a:t>SECTION HEADER PLACEHOLDER</a:t>
            </a:r>
            <a:endParaRPr lang="en-US" dirty="0"/>
          </a:p>
        </p:txBody>
      </p:sp>
      <p:sp>
        <p:nvSpPr>
          <p:cNvPr id="124" name="Text Placeholder 5"/>
          <p:cNvSpPr>
            <a:spLocks noGrp="1"/>
          </p:cNvSpPr>
          <p:nvPr>
            <p:ph type="body" sz="quarter" idx="139" hasCustomPrompt="1"/>
          </p:nvPr>
        </p:nvSpPr>
        <p:spPr>
          <a:xfrm>
            <a:off x="-11411612" y="18693371"/>
            <a:ext cx="11118126" cy="618471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 wrap="square" lIns="74996" tIns="74996" rIns="74996" bIns="74996" anchor="ctr" anchorCtr="0">
            <a:spAutoFit/>
          </a:bodyPr>
          <a:lstStyle>
            <a:lvl1pPr algn="ctr">
              <a:buNone/>
              <a:defRPr sz="30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smtClean="0"/>
              <a:t>SECTION HEADER PLACEHOLDER</a:t>
            </a:r>
            <a:endParaRPr lang="en-US" dirty="0"/>
          </a:p>
        </p:txBody>
      </p:sp>
      <p:sp>
        <p:nvSpPr>
          <p:cNvPr id="125" name="Text Placeholder 5"/>
          <p:cNvSpPr>
            <a:spLocks noGrp="1"/>
          </p:cNvSpPr>
          <p:nvPr>
            <p:ph type="body" sz="quarter" idx="140" hasCustomPrompt="1"/>
          </p:nvPr>
        </p:nvSpPr>
        <p:spPr>
          <a:xfrm>
            <a:off x="-11411612" y="18693371"/>
            <a:ext cx="11118126" cy="618471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 wrap="square" lIns="74996" tIns="74996" rIns="74996" bIns="74996" anchor="ctr" anchorCtr="0">
            <a:spAutoFit/>
          </a:bodyPr>
          <a:lstStyle>
            <a:lvl1pPr algn="ctr">
              <a:buNone/>
              <a:defRPr sz="30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smtClean="0"/>
              <a:t>SECTION HEADER PLACEHOLDER</a:t>
            </a:r>
            <a:endParaRPr lang="en-US" dirty="0"/>
          </a:p>
        </p:txBody>
      </p:sp>
      <p:sp>
        <p:nvSpPr>
          <p:cNvPr id="126" name="Text Placeholder 5"/>
          <p:cNvSpPr>
            <a:spLocks noGrp="1"/>
          </p:cNvSpPr>
          <p:nvPr>
            <p:ph type="body" sz="quarter" idx="141" hasCustomPrompt="1"/>
          </p:nvPr>
        </p:nvSpPr>
        <p:spPr>
          <a:xfrm>
            <a:off x="-11411612" y="18693371"/>
            <a:ext cx="11118126" cy="618471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 wrap="square" lIns="74996" tIns="74996" rIns="74996" bIns="74996" anchor="ctr" anchorCtr="0">
            <a:spAutoFit/>
          </a:bodyPr>
          <a:lstStyle>
            <a:lvl1pPr algn="ctr">
              <a:buNone/>
              <a:defRPr sz="30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smtClean="0"/>
              <a:t>SECTION HEADER PLACEHOLDER</a:t>
            </a:r>
            <a:endParaRPr lang="en-US" dirty="0"/>
          </a:p>
        </p:txBody>
      </p:sp>
      <p:sp>
        <p:nvSpPr>
          <p:cNvPr id="127" name="Text Placeholder 5"/>
          <p:cNvSpPr>
            <a:spLocks noGrp="1"/>
          </p:cNvSpPr>
          <p:nvPr>
            <p:ph type="body" sz="quarter" idx="142" hasCustomPrompt="1"/>
          </p:nvPr>
        </p:nvSpPr>
        <p:spPr>
          <a:xfrm>
            <a:off x="-11411612" y="18693371"/>
            <a:ext cx="11118126" cy="618471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 wrap="square" lIns="74996" tIns="74996" rIns="74996" bIns="74996" anchor="ctr" anchorCtr="0">
            <a:spAutoFit/>
          </a:bodyPr>
          <a:lstStyle>
            <a:lvl1pPr algn="ctr">
              <a:buNone/>
              <a:defRPr sz="30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smtClean="0"/>
              <a:t>SECTION HEADER PLACEHOLDER</a:t>
            </a:r>
            <a:endParaRPr lang="en-US" dirty="0"/>
          </a:p>
        </p:txBody>
      </p:sp>
      <p:sp>
        <p:nvSpPr>
          <p:cNvPr id="128" name="Text Placeholder 5"/>
          <p:cNvSpPr>
            <a:spLocks noGrp="1"/>
          </p:cNvSpPr>
          <p:nvPr>
            <p:ph type="body" sz="quarter" idx="143" hasCustomPrompt="1"/>
          </p:nvPr>
        </p:nvSpPr>
        <p:spPr>
          <a:xfrm>
            <a:off x="-11411612" y="18693371"/>
            <a:ext cx="11118126" cy="618471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 wrap="square" lIns="74996" tIns="74996" rIns="74996" bIns="74996" anchor="ctr" anchorCtr="0">
            <a:spAutoFit/>
          </a:bodyPr>
          <a:lstStyle>
            <a:lvl1pPr algn="ctr">
              <a:buNone/>
              <a:defRPr sz="30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smtClean="0"/>
              <a:t>SECTION HEADER PLACEHOLDER</a:t>
            </a:r>
            <a:endParaRPr lang="en-US" dirty="0"/>
          </a:p>
        </p:txBody>
      </p:sp>
      <p:sp>
        <p:nvSpPr>
          <p:cNvPr id="129" name="Text Placeholder 5"/>
          <p:cNvSpPr>
            <a:spLocks noGrp="1"/>
          </p:cNvSpPr>
          <p:nvPr>
            <p:ph type="body" sz="quarter" idx="144" hasCustomPrompt="1"/>
          </p:nvPr>
        </p:nvSpPr>
        <p:spPr>
          <a:xfrm>
            <a:off x="-11411612" y="18693371"/>
            <a:ext cx="11118126" cy="618471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 wrap="square" lIns="74996" tIns="74996" rIns="74996" bIns="74996" anchor="ctr" anchorCtr="0">
            <a:spAutoFit/>
          </a:bodyPr>
          <a:lstStyle>
            <a:lvl1pPr algn="ctr">
              <a:buNone/>
              <a:defRPr sz="30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smtClean="0"/>
              <a:t>SECTION HEADER PLACEHOLDER</a:t>
            </a:r>
            <a:endParaRPr lang="en-US" dirty="0"/>
          </a:p>
        </p:txBody>
      </p:sp>
      <p:sp>
        <p:nvSpPr>
          <p:cNvPr id="130" name="Text Placeholder 5"/>
          <p:cNvSpPr>
            <a:spLocks noGrp="1"/>
          </p:cNvSpPr>
          <p:nvPr>
            <p:ph type="body" sz="quarter" idx="145" hasCustomPrompt="1"/>
          </p:nvPr>
        </p:nvSpPr>
        <p:spPr>
          <a:xfrm>
            <a:off x="-11411612" y="18693371"/>
            <a:ext cx="11118126" cy="618471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 wrap="square" lIns="74996" tIns="74996" rIns="74996" bIns="74996" anchor="ctr" anchorCtr="0">
            <a:spAutoFit/>
          </a:bodyPr>
          <a:lstStyle>
            <a:lvl1pPr algn="ctr">
              <a:buNone/>
              <a:defRPr sz="30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smtClean="0"/>
              <a:t>SECTION HEADER PLACEHOLDER</a:t>
            </a:r>
            <a:endParaRPr lang="en-US" dirty="0"/>
          </a:p>
        </p:txBody>
      </p:sp>
      <p:sp>
        <p:nvSpPr>
          <p:cNvPr id="131" name="Text Placeholder 5"/>
          <p:cNvSpPr>
            <a:spLocks noGrp="1"/>
          </p:cNvSpPr>
          <p:nvPr>
            <p:ph type="body" sz="quarter" idx="146" hasCustomPrompt="1"/>
          </p:nvPr>
        </p:nvSpPr>
        <p:spPr>
          <a:xfrm>
            <a:off x="-11411612" y="18693371"/>
            <a:ext cx="11118126" cy="618471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 wrap="square" lIns="74996" tIns="74996" rIns="74996" bIns="74996" anchor="ctr" anchorCtr="0">
            <a:spAutoFit/>
          </a:bodyPr>
          <a:lstStyle>
            <a:lvl1pPr algn="ctr">
              <a:buNone/>
              <a:defRPr sz="30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smtClean="0"/>
              <a:t>SECTION HEADER PLACEHOLDER</a:t>
            </a:r>
            <a:endParaRPr lang="en-US" dirty="0"/>
          </a:p>
        </p:txBody>
      </p:sp>
      <p:sp>
        <p:nvSpPr>
          <p:cNvPr id="132" name="Text Placeholder 5"/>
          <p:cNvSpPr>
            <a:spLocks noGrp="1"/>
          </p:cNvSpPr>
          <p:nvPr>
            <p:ph type="body" sz="quarter" idx="147" hasCustomPrompt="1"/>
          </p:nvPr>
        </p:nvSpPr>
        <p:spPr>
          <a:xfrm>
            <a:off x="-11411612" y="18693371"/>
            <a:ext cx="11118126" cy="618471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 wrap="square" lIns="74996" tIns="74996" rIns="74996" bIns="74996" anchor="ctr" anchorCtr="0">
            <a:spAutoFit/>
          </a:bodyPr>
          <a:lstStyle>
            <a:lvl1pPr algn="ctr">
              <a:buNone/>
              <a:defRPr sz="30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smtClean="0"/>
              <a:t>SECTION HEADER PLACEHOLDER</a:t>
            </a:r>
            <a:endParaRPr lang="en-US" dirty="0"/>
          </a:p>
        </p:txBody>
      </p:sp>
      <p:sp>
        <p:nvSpPr>
          <p:cNvPr id="133" name="Text Placeholder 5"/>
          <p:cNvSpPr>
            <a:spLocks noGrp="1"/>
          </p:cNvSpPr>
          <p:nvPr>
            <p:ph type="body" sz="quarter" idx="148" hasCustomPrompt="1"/>
          </p:nvPr>
        </p:nvSpPr>
        <p:spPr>
          <a:xfrm>
            <a:off x="-11411612" y="18693371"/>
            <a:ext cx="11118126" cy="618471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 wrap="square" lIns="74996" tIns="74996" rIns="74996" bIns="74996" anchor="ctr" anchorCtr="0">
            <a:spAutoFit/>
          </a:bodyPr>
          <a:lstStyle>
            <a:lvl1pPr algn="ctr">
              <a:buNone/>
              <a:defRPr sz="30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smtClean="0"/>
              <a:t>SECTION HEADER PLACEHOLDER</a:t>
            </a:r>
            <a:endParaRPr lang="en-US" dirty="0"/>
          </a:p>
        </p:txBody>
      </p:sp>
      <p:sp>
        <p:nvSpPr>
          <p:cNvPr id="134" name="Text Placeholder 5"/>
          <p:cNvSpPr>
            <a:spLocks noGrp="1"/>
          </p:cNvSpPr>
          <p:nvPr>
            <p:ph type="body" sz="quarter" idx="149" hasCustomPrompt="1"/>
          </p:nvPr>
        </p:nvSpPr>
        <p:spPr>
          <a:xfrm>
            <a:off x="-11411612" y="18693371"/>
            <a:ext cx="11118126" cy="618471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 wrap="square" lIns="74996" tIns="74996" rIns="74996" bIns="74996" anchor="ctr" anchorCtr="0">
            <a:spAutoFit/>
          </a:bodyPr>
          <a:lstStyle>
            <a:lvl1pPr algn="ctr">
              <a:buNone/>
              <a:defRPr sz="30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smtClean="0"/>
              <a:t>SECTION HEADER PLACEHOLDER</a:t>
            </a:r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00225" y="1441450"/>
            <a:ext cx="32399288" cy="6000750"/>
          </a:xfrm>
          <a:prstGeom prst="rect">
            <a:avLst/>
          </a:prstGeom>
        </p:spPr>
        <p:txBody>
          <a:bodyPr vert="horz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ide center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741620" y="6425826"/>
            <a:ext cx="8248638" cy="732057"/>
          </a:xfrm>
          <a:prstGeom prst="rect">
            <a:avLst/>
          </a:prstGeom>
        </p:spPr>
        <p:txBody>
          <a:bodyPr wrap="square" lIns="187489" tIns="187489" rIns="187489" bIns="187489">
            <a:spAutoFit/>
          </a:bodyPr>
          <a:lstStyle>
            <a:lvl1pPr marL="281233" indent="-281233">
              <a:buNone/>
              <a:defRPr sz="2300">
                <a:latin typeface="Trebuchet MS" pitchFamily="34" charset="0"/>
              </a:defRPr>
            </a:lvl1pPr>
            <a:lvl2pPr marL="1218674" indent="-468721">
              <a:defRPr sz="2100">
                <a:latin typeface="Trebuchet MS" pitchFamily="34" charset="0"/>
              </a:defRPr>
            </a:lvl2pPr>
            <a:lvl3pPr marL="1687395" indent="-468721">
              <a:defRPr sz="2100">
                <a:latin typeface="Trebuchet MS" pitchFamily="34" charset="0"/>
              </a:defRPr>
            </a:lvl3pPr>
            <a:lvl4pPr marL="2202988" indent="-515593">
              <a:defRPr sz="2100">
                <a:latin typeface="Trebuchet MS" pitchFamily="34" charset="0"/>
              </a:defRPr>
            </a:lvl4pPr>
            <a:lvl5pPr marL="2577965" indent="-374977">
              <a:defRPr sz="2100">
                <a:latin typeface="Trebuchet MS" pitchFamily="34" charset="0"/>
              </a:defRPr>
            </a:lvl5pPr>
          </a:lstStyle>
          <a:p>
            <a:pPr lvl="0"/>
            <a:r>
              <a:rPr lang="en-US" dirty="0" smtClean="0"/>
              <a:t>Enter your text here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1" hasCustomPrompt="1"/>
          </p:nvPr>
        </p:nvSpPr>
        <p:spPr>
          <a:xfrm>
            <a:off x="756509" y="5758641"/>
            <a:ext cx="8242128" cy="656336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 lIns="74996" tIns="74996" rIns="74996" bIns="74996" anchor="ctr" anchorCtr="0">
            <a:spAutoFit/>
          </a:bodyPr>
          <a:lstStyle>
            <a:lvl1pPr algn="ctr">
              <a:buNone/>
              <a:defRPr sz="33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smtClean="0"/>
              <a:t>(click to add) INTRODUCTION or ABSTRACT</a:t>
            </a:r>
            <a:endParaRPr lang="en-US" dirty="0"/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5" hasCustomPrompt="1"/>
          </p:nvPr>
        </p:nvSpPr>
        <p:spPr>
          <a:xfrm>
            <a:off x="749994" y="1249991"/>
            <a:ext cx="3624974" cy="2749980"/>
          </a:xfrm>
          <a:prstGeom prst="rect">
            <a:avLst/>
          </a:prstGeom>
        </p:spPr>
        <p:txBody>
          <a:bodyPr lIns="74996" tIns="37497" rIns="74996" bIns="37497" anchor="ctr"/>
          <a:lstStyle>
            <a:lvl1pPr algn="ctr">
              <a:buNone/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dirty="0" smtClean="0"/>
              <a:t>LOGO</a:t>
            </a:r>
            <a:endParaRPr lang="en-US" dirty="0"/>
          </a:p>
        </p:txBody>
      </p:sp>
      <p:sp>
        <p:nvSpPr>
          <p:cNvPr id="18" name="Picture Placeholder 13"/>
          <p:cNvSpPr>
            <a:spLocks noGrp="1"/>
          </p:cNvSpPr>
          <p:nvPr>
            <p:ph type="pic" sz="quarter" idx="18" hasCustomPrompt="1"/>
          </p:nvPr>
        </p:nvSpPr>
        <p:spPr>
          <a:xfrm>
            <a:off x="31624770" y="1333324"/>
            <a:ext cx="3624974" cy="2749980"/>
          </a:xfrm>
          <a:prstGeom prst="rect">
            <a:avLst/>
          </a:prstGeom>
        </p:spPr>
        <p:txBody>
          <a:bodyPr lIns="74996" tIns="37497" rIns="74996" bIns="37497" anchor="ctr"/>
          <a:lstStyle>
            <a:lvl1pPr algn="ctr">
              <a:buNone/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dirty="0" smtClean="0"/>
              <a:t>LOGO</a:t>
            </a:r>
            <a:endParaRPr lang="en-US" dirty="0"/>
          </a:p>
        </p:txBody>
      </p:sp>
      <p:sp>
        <p:nvSpPr>
          <p:cNvPr id="19" name="Text Placeholder 3"/>
          <p:cNvSpPr>
            <a:spLocks noGrp="1"/>
          </p:cNvSpPr>
          <p:nvPr>
            <p:ph type="body" sz="quarter" idx="19" hasCustomPrompt="1"/>
          </p:nvPr>
        </p:nvSpPr>
        <p:spPr>
          <a:xfrm>
            <a:off x="740314" y="16174951"/>
            <a:ext cx="8249940" cy="732057"/>
          </a:xfrm>
          <a:prstGeom prst="rect">
            <a:avLst/>
          </a:prstGeom>
        </p:spPr>
        <p:txBody>
          <a:bodyPr wrap="square" lIns="187489" tIns="187489" rIns="187489" bIns="187489">
            <a:spAutoFit/>
          </a:bodyPr>
          <a:lstStyle>
            <a:lvl1pPr marL="281233" indent="-281233">
              <a:buNone/>
              <a:defRPr sz="2300">
                <a:latin typeface="Trebuchet MS" pitchFamily="34" charset="0"/>
              </a:defRPr>
            </a:lvl1pPr>
            <a:lvl2pPr marL="1218674" indent="-468721">
              <a:defRPr sz="2100">
                <a:latin typeface="Trebuchet MS" pitchFamily="34" charset="0"/>
              </a:defRPr>
            </a:lvl2pPr>
            <a:lvl3pPr marL="1687395" indent="-468721">
              <a:defRPr sz="2100">
                <a:latin typeface="Trebuchet MS" pitchFamily="34" charset="0"/>
              </a:defRPr>
            </a:lvl3pPr>
            <a:lvl4pPr marL="2202988" indent="-515593">
              <a:defRPr sz="2100">
                <a:latin typeface="Trebuchet MS" pitchFamily="34" charset="0"/>
              </a:defRPr>
            </a:lvl4pPr>
            <a:lvl5pPr marL="2577965" indent="-374977">
              <a:defRPr sz="2100">
                <a:latin typeface="Trebuchet MS" pitchFamily="34" charset="0"/>
              </a:defRPr>
            </a:lvl5pPr>
          </a:lstStyle>
          <a:p>
            <a:pPr lvl="0"/>
            <a:r>
              <a:rPr lang="en-US" dirty="0" smtClean="0"/>
              <a:t>Enter your text here</a:t>
            </a:r>
            <a:endParaRPr lang="en-US" dirty="0"/>
          </a:p>
        </p:txBody>
      </p:sp>
      <p:sp>
        <p:nvSpPr>
          <p:cNvPr id="20" name="Text Placeholder 5"/>
          <p:cNvSpPr>
            <a:spLocks noGrp="1"/>
          </p:cNvSpPr>
          <p:nvPr>
            <p:ph type="body" sz="quarter" idx="20" hasCustomPrompt="1"/>
          </p:nvPr>
        </p:nvSpPr>
        <p:spPr>
          <a:xfrm>
            <a:off x="756506" y="15542881"/>
            <a:ext cx="8243429" cy="656336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 wrap="square" lIns="74996" tIns="74996" rIns="74996" bIns="74996" anchor="ctr" anchorCtr="0">
            <a:spAutoFit/>
          </a:bodyPr>
          <a:lstStyle>
            <a:lvl1pPr algn="ctr">
              <a:buNone/>
              <a:defRPr sz="33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smtClean="0"/>
              <a:t>(click to add)  OBJECTIVES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quarter" idx="21" hasCustomPrompt="1"/>
          </p:nvPr>
        </p:nvSpPr>
        <p:spPr>
          <a:xfrm>
            <a:off x="9503838" y="6417145"/>
            <a:ext cx="16994666" cy="732057"/>
          </a:xfrm>
          <a:prstGeom prst="rect">
            <a:avLst/>
          </a:prstGeom>
        </p:spPr>
        <p:txBody>
          <a:bodyPr wrap="square" lIns="187489" tIns="187489" rIns="187489" bIns="187489">
            <a:spAutoFit/>
          </a:bodyPr>
          <a:lstStyle>
            <a:lvl1pPr marL="281233" indent="-281233">
              <a:buNone/>
              <a:defRPr sz="2300">
                <a:latin typeface="Trebuchet MS" pitchFamily="34" charset="0"/>
              </a:defRPr>
            </a:lvl1pPr>
            <a:lvl2pPr marL="1218674" indent="-468721">
              <a:defRPr sz="2100">
                <a:latin typeface="Trebuchet MS" pitchFamily="34" charset="0"/>
              </a:defRPr>
            </a:lvl2pPr>
            <a:lvl3pPr marL="1687395" indent="-468721">
              <a:defRPr sz="2100">
                <a:latin typeface="Trebuchet MS" pitchFamily="34" charset="0"/>
              </a:defRPr>
            </a:lvl3pPr>
            <a:lvl4pPr marL="2202988" indent="-515593">
              <a:defRPr sz="2100">
                <a:latin typeface="Trebuchet MS" pitchFamily="34" charset="0"/>
              </a:defRPr>
            </a:lvl4pPr>
            <a:lvl5pPr marL="2577965" indent="-374977">
              <a:defRPr sz="2100">
                <a:latin typeface="Trebuchet MS" pitchFamily="34" charset="0"/>
              </a:defRPr>
            </a:lvl5pPr>
          </a:lstStyle>
          <a:p>
            <a:pPr lvl="0"/>
            <a:r>
              <a:rPr lang="en-US" dirty="0" smtClean="0"/>
              <a:t>Enter your text here</a:t>
            </a:r>
            <a:endParaRPr lang="en-US" dirty="0"/>
          </a:p>
        </p:txBody>
      </p:sp>
      <p:sp>
        <p:nvSpPr>
          <p:cNvPr id="22" name="Text Placeholder 5"/>
          <p:cNvSpPr>
            <a:spLocks noGrp="1"/>
          </p:cNvSpPr>
          <p:nvPr>
            <p:ph type="body" sz="quarter" idx="22" hasCustomPrompt="1"/>
          </p:nvPr>
        </p:nvSpPr>
        <p:spPr>
          <a:xfrm>
            <a:off x="9503838" y="5758641"/>
            <a:ext cx="16994668" cy="656336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 wrap="square" lIns="74996" tIns="74996" rIns="74996" bIns="74996" anchor="ctr" anchorCtr="0">
            <a:spAutoFit/>
          </a:bodyPr>
          <a:lstStyle>
            <a:lvl1pPr algn="ctr">
              <a:buNone/>
              <a:defRPr sz="33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smtClean="0"/>
              <a:t>(header)  MATERIALS &amp; METHODS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quarter" idx="23" hasCustomPrompt="1"/>
          </p:nvPr>
        </p:nvSpPr>
        <p:spPr>
          <a:xfrm>
            <a:off x="9503838" y="23714638"/>
            <a:ext cx="16994668" cy="732057"/>
          </a:xfrm>
          <a:prstGeom prst="rect">
            <a:avLst/>
          </a:prstGeom>
        </p:spPr>
        <p:txBody>
          <a:bodyPr wrap="square" lIns="187489" tIns="187489" rIns="187489" bIns="187489">
            <a:spAutoFit/>
          </a:bodyPr>
          <a:lstStyle>
            <a:lvl1pPr marL="281233" indent="-281233">
              <a:buNone/>
              <a:defRPr sz="2300">
                <a:latin typeface="Trebuchet MS" pitchFamily="34" charset="0"/>
              </a:defRPr>
            </a:lvl1pPr>
            <a:lvl2pPr marL="1218674" indent="-468721">
              <a:defRPr sz="2100">
                <a:latin typeface="Trebuchet MS" pitchFamily="34" charset="0"/>
              </a:defRPr>
            </a:lvl2pPr>
            <a:lvl3pPr marL="1687395" indent="-468721">
              <a:defRPr sz="2100">
                <a:latin typeface="Trebuchet MS" pitchFamily="34" charset="0"/>
              </a:defRPr>
            </a:lvl3pPr>
            <a:lvl4pPr marL="2202988" indent="-515593">
              <a:defRPr sz="2100">
                <a:latin typeface="Trebuchet MS" pitchFamily="34" charset="0"/>
              </a:defRPr>
            </a:lvl4pPr>
            <a:lvl5pPr marL="2577965" indent="-374977">
              <a:defRPr sz="2100">
                <a:latin typeface="Trebuchet MS" pitchFamily="34" charset="0"/>
              </a:defRPr>
            </a:lvl5pPr>
          </a:lstStyle>
          <a:p>
            <a:pPr lvl="0"/>
            <a:r>
              <a:rPr lang="en-US" dirty="0" smtClean="0"/>
              <a:t>Enter your text here</a:t>
            </a:r>
            <a:endParaRPr lang="en-US" dirty="0"/>
          </a:p>
        </p:txBody>
      </p:sp>
      <p:sp>
        <p:nvSpPr>
          <p:cNvPr id="24" name="Text Placeholder 5"/>
          <p:cNvSpPr>
            <a:spLocks noGrp="1"/>
          </p:cNvSpPr>
          <p:nvPr>
            <p:ph type="body" sz="quarter" idx="24" hasCustomPrompt="1"/>
          </p:nvPr>
        </p:nvSpPr>
        <p:spPr>
          <a:xfrm>
            <a:off x="9503837" y="23047456"/>
            <a:ext cx="16994668" cy="656336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 wrap="square" lIns="74996" tIns="74996" rIns="74996" bIns="74996" anchor="ctr" anchorCtr="0">
            <a:spAutoFit/>
          </a:bodyPr>
          <a:lstStyle>
            <a:lvl1pPr algn="ctr">
              <a:buNone/>
              <a:defRPr sz="33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smtClean="0"/>
              <a:t>(click to add)  RESULTS</a:t>
            </a:r>
            <a:endParaRPr lang="en-US" dirty="0"/>
          </a:p>
        </p:txBody>
      </p:sp>
      <p:sp>
        <p:nvSpPr>
          <p:cNvPr id="25" name="Text Placeholder 5"/>
          <p:cNvSpPr>
            <a:spLocks noGrp="1"/>
          </p:cNvSpPr>
          <p:nvPr>
            <p:ph type="body" sz="quarter" idx="25" hasCustomPrompt="1"/>
          </p:nvPr>
        </p:nvSpPr>
        <p:spPr>
          <a:xfrm>
            <a:off x="27005012" y="5758641"/>
            <a:ext cx="8240604" cy="656336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 wrap="square" lIns="74996" tIns="74996" rIns="74996" bIns="74996" anchor="ctr" anchorCtr="0">
            <a:spAutoFit/>
          </a:bodyPr>
          <a:lstStyle>
            <a:lvl1pPr algn="ctr">
              <a:buNone/>
              <a:defRPr sz="33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smtClean="0"/>
              <a:t>(click to add) CONCLUSIONS</a:t>
            </a:r>
            <a:endParaRPr lang="en-US" dirty="0"/>
          </a:p>
        </p:txBody>
      </p:sp>
      <p:sp>
        <p:nvSpPr>
          <p:cNvPr id="26" name="Text Placeholder 3"/>
          <p:cNvSpPr>
            <a:spLocks noGrp="1"/>
          </p:cNvSpPr>
          <p:nvPr>
            <p:ph type="body" sz="quarter" idx="26" hasCustomPrompt="1"/>
          </p:nvPr>
        </p:nvSpPr>
        <p:spPr>
          <a:xfrm>
            <a:off x="27005012" y="6425826"/>
            <a:ext cx="8240604" cy="732057"/>
          </a:xfrm>
          <a:prstGeom prst="rect">
            <a:avLst/>
          </a:prstGeom>
        </p:spPr>
        <p:txBody>
          <a:bodyPr wrap="square" lIns="187489" tIns="187489" rIns="187489" bIns="187489">
            <a:spAutoFit/>
          </a:bodyPr>
          <a:lstStyle>
            <a:lvl1pPr marL="281233" indent="-281233">
              <a:buNone/>
              <a:defRPr sz="2300">
                <a:latin typeface="Trebuchet MS" pitchFamily="34" charset="0"/>
              </a:defRPr>
            </a:lvl1pPr>
            <a:lvl2pPr marL="1218674" indent="-468721">
              <a:defRPr sz="2100">
                <a:latin typeface="Trebuchet MS" pitchFamily="34" charset="0"/>
              </a:defRPr>
            </a:lvl2pPr>
            <a:lvl3pPr marL="1687395" indent="-468721">
              <a:defRPr sz="2100">
                <a:latin typeface="Trebuchet MS" pitchFamily="34" charset="0"/>
              </a:defRPr>
            </a:lvl3pPr>
            <a:lvl4pPr marL="2202988" indent="-515593">
              <a:defRPr sz="2100">
                <a:latin typeface="Trebuchet MS" pitchFamily="34" charset="0"/>
              </a:defRPr>
            </a:lvl4pPr>
            <a:lvl5pPr marL="2577965" indent="-374977">
              <a:defRPr sz="2100">
                <a:latin typeface="Trebuchet MS" pitchFamily="34" charset="0"/>
              </a:defRPr>
            </a:lvl5pPr>
          </a:lstStyle>
          <a:p>
            <a:pPr lvl="0"/>
            <a:r>
              <a:rPr lang="en-US" dirty="0" smtClean="0"/>
              <a:t>Enter your text here</a:t>
            </a:r>
            <a:endParaRPr lang="en-US" dirty="0"/>
          </a:p>
        </p:txBody>
      </p:sp>
      <p:sp>
        <p:nvSpPr>
          <p:cNvPr id="27" name="Text Placeholder 5"/>
          <p:cNvSpPr>
            <a:spLocks noGrp="1"/>
          </p:cNvSpPr>
          <p:nvPr>
            <p:ph type="body" sz="quarter" idx="27" hasCustomPrompt="1"/>
          </p:nvPr>
        </p:nvSpPr>
        <p:spPr>
          <a:xfrm>
            <a:off x="27000344" y="15608744"/>
            <a:ext cx="8240604" cy="656336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 wrap="square" lIns="74996" tIns="74996" rIns="74996" bIns="74996" anchor="ctr" anchorCtr="0">
            <a:spAutoFit/>
          </a:bodyPr>
          <a:lstStyle>
            <a:lvl1pPr algn="ctr">
              <a:buNone/>
              <a:defRPr sz="33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smtClean="0"/>
              <a:t>(click to add) REFERENCES</a:t>
            </a:r>
            <a:endParaRPr lang="en-US" dirty="0"/>
          </a:p>
        </p:txBody>
      </p:sp>
      <p:sp>
        <p:nvSpPr>
          <p:cNvPr id="28" name="Text Placeholder 3"/>
          <p:cNvSpPr>
            <a:spLocks noGrp="1"/>
          </p:cNvSpPr>
          <p:nvPr>
            <p:ph type="body" sz="quarter" idx="28" hasCustomPrompt="1"/>
          </p:nvPr>
        </p:nvSpPr>
        <p:spPr>
          <a:xfrm>
            <a:off x="27053190" y="16275926"/>
            <a:ext cx="8180795" cy="732057"/>
          </a:xfrm>
          <a:prstGeom prst="rect">
            <a:avLst/>
          </a:prstGeom>
        </p:spPr>
        <p:txBody>
          <a:bodyPr wrap="square" lIns="187489" tIns="187489" rIns="187489" bIns="187489">
            <a:spAutoFit/>
          </a:bodyPr>
          <a:lstStyle>
            <a:lvl1pPr marL="281233" indent="-281233">
              <a:buNone/>
              <a:defRPr sz="2300">
                <a:latin typeface="Trebuchet MS" pitchFamily="34" charset="0"/>
              </a:defRPr>
            </a:lvl1pPr>
            <a:lvl2pPr marL="1218674" indent="-468721">
              <a:defRPr sz="2100">
                <a:latin typeface="Trebuchet MS" pitchFamily="34" charset="0"/>
              </a:defRPr>
            </a:lvl2pPr>
            <a:lvl3pPr marL="1687395" indent="-468721">
              <a:defRPr sz="2100">
                <a:latin typeface="Trebuchet MS" pitchFamily="34" charset="0"/>
              </a:defRPr>
            </a:lvl3pPr>
            <a:lvl4pPr marL="2202988" indent="-515593">
              <a:defRPr sz="2100">
                <a:latin typeface="Trebuchet MS" pitchFamily="34" charset="0"/>
              </a:defRPr>
            </a:lvl4pPr>
            <a:lvl5pPr marL="2577965" indent="-374977">
              <a:defRPr sz="2100">
                <a:latin typeface="Trebuchet MS" pitchFamily="34" charset="0"/>
              </a:defRPr>
            </a:lvl5pPr>
          </a:lstStyle>
          <a:p>
            <a:pPr lvl="0"/>
            <a:r>
              <a:rPr lang="en-US" dirty="0" smtClean="0"/>
              <a:t>Enter your text here</a:t>
            </a:r>
            <a:endParaRPr lang="en-US" dirty="0"/>
          </a:p>
        </p:txBody>
      </p:sp>
      <p:sp>
        <p:nvSpPr>
          <p:cNvPr id="29" name="Text Placeholder 5"/>
          <p:cNvSpPr>
            <a:spLocks noGrp="1"/>
          </p:cNvSpPr>
          <p:nvPr>
            <p:ph type="body" sz="quarter" idx="29" hasCustomPrompt="1"/>
          </p:nvPr>
        </p:nvSpPr>
        <p:spPr>
          <a:xfrm>
            <a:off x="27005012" y="28072714"/>
            <a:ext cx="8240604" cy="1161215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 wrap="square" lIns="74996" tIns="74996" rIns="74996" bIns="74996" anchor="ctr" anchorCtr="0">
            <a:spAutoFit/>
          </a:bodyPr>
          <a:lstStyle>
            <a:lvl1pPr algn="ctr">
              <a:buNone/>
              <a:defRPr sz="33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smtClean="0"/>
              <a:t>(click to add)  ACKNOWLEDGEMENTS or CONTACT</a:t>
            </a:r>
            <a:endParaRPr lang="en-US" dirty="0"/>
          </a:p>
        </p:txBody>
      </p:sp>
      <p:sp>
        <p:nvSpPr>
          <p:cNvPr id="30" name="Text Placeholder 3"/>
          <p:cNvSpPr>
            <a:spLocks noGrp="1"/>
          </p:cNvSpPr>
          <p:nvPr>
            <p:ph type="body" sz="quarter" idx="30" hasCustomPrompt="1"/>
          </p:nvPr>
        </p:nvSpPr>
        <p:spPr>
          <a:xfrm>
            <a:off x="26989252" y="29239520"/>
            <a:ext cx="8244732" cy="732057"/>
          </a:xfrm>
          <a:prstGeom prst="rect">
            <a:avLst/>
          </a:prstGeom>
        </p:spPr>
        <p:txBody>
          <a:bodyPr wrap="square" lIns="187489" tIns="187489" rIns="187489" bIns="187489">
            <a:spAutoFit/>
          </a:bodyPr>
          <a:lstStyle>
            <a:lvl1pPr marL="281233" indent="-281233">
              <a:buNone/>
              <a:defRPr sz="2300">
                <a:latin typeface="Trebuchet MS" pitchFamily="34" charset="0"/>
              </a:defRPr>
            </a:lvl1pPr>
            <a:lvl2pPr marL="1218674" indent="-468721">
              <a:defRPr sz="2100">
                <a:latin typeface="Trebuchet MS" pitchFamily="34" charset="0"/>
              </a:defRPr>
            </a:lvl2pPr>
            <a:lvl3pPr marL="1687395" indent="-468721">
              <a:defRPr sz="2100">
                <a:latin typeface="Trebuchet MS" pitchFamily="34" charset="0"/>
              </a:defRPr>
            </a:lvl3pPr>
            <a:lvl4pPr marL="2202988" indent="-515593">
              <a:defRPr sz="2100">
                <a:latin typeface="Trebuchet MS" pitchFamily="34" charset="0"/>
              </a:defRPr>
            </a:lvl4pPr>
            <a:lvl5pPr marL="2577965" indent="-374977">
              <a:defRPr sz="2100">
                <a:latin typeface="Trebuchet MS" pitchFamily="34" charset="0"/>
              </a:defRPr>
            </a:lvl5pPr>
          </a:lstStyle>
          <a:p>
            <a:pPr lvl="0"/>
            <a:r>
              <a:rPr lang="en-US" dirty="0" smtClean="0"/>
              <a:t>Enter your text here</a:t>
            </a:r>
            <a:endParaRPr lang="en-US" dirty="0"/>
          </a:p>
        </p:txBody>
      </p:sp>
      <p:sp>
        <p:nvSpPr>
          <p:cNvPr id="60" name="Title 1"/>
          <p:cNvSpPr>
            <a:spLocks noGrp="1"/>
          </p:cNvSpPr>
          <p:nvPr>
            <p:ph type="title" hasCustomPrompt="1"/>
          </p:nvPr>
        </p:nvSpPr>
        <p:spPr>
          <a:xfrm>
            <a:off x="4865937" y="499999"/>
            <a:ext cx="26254710" cy="1583322"/>
          </a:xfrm>
          <a:prstGeom prst="rect">
            <a:avLst/>
          </a:prstGeom>
        </p:spPr>
        <p:txBody>
          <a:bodyPr lIns="74996" tIns="37497" rIns="74996" bIns="37497" anchor="ctr" anchorCtr="0"/>
          <a:lstStyle>
            <a:lvl1pPr>
              <a:defRPr sz="7900" b="1"/>
            </a:lvl1pPr>
          </a:lstStyle>
          <a:p>
            <a:r>
              <a:rPr lang="en-US" dirty="0" smtClean="0"/>
              <a:t>Click here to add the poster title</a:t>
            </a:r>
            <a:endParaRPr lang="en-US" dirty="0"/>
          </a:p>
        </p:txBody>
      </p:sp>
      <p:sp>
        <p:nvSpPr>
          <p:cNvPr id="61" name="Text Placeholder 76"/>
          <p:cNvSpPr>
            <a:spLocks noGrp="1"/>
          </p:cNvSpPr>
          <p:nvPr>
            <p:ph type="body" sz="quarter" idx="150" hasCustomPrompt="1"/>
          </p:nvPr>
        </p:nvSpPr>
        <p:spPr>
          <a:xfrm>
            <a:off x="4865936" y="3483310"/>
            <a:ext cx="26245682" cy="1399990"/>
          </a:xfrm>
          <a:prstGeom prst="rect">
            <a:avLst/>
          </a:prstGeom>
        </p:spPr>
        <p:txBody>
          <a:bodyPr lIns="74999" tIns="37500" rIns="74999" bIns="37500"/>
          <a:lstStyle>
            <a:lvl1pPr algn="ctr">
              <a:buFontTx/>
              <a:buNone/>
              <a:defRPr sz="4900">
                <a:solidFill>
                  <a:schemeClr val="bg1"/>
                </a:solidFill>
              </a:defRPr>
            </a:lvl1pPr>
            <a:lvl2pPr>
              <a:buFontTx/>
              <a:buNone/>
              <a:defRPr sz="5900"/>
            </a:lvl2pPr>
            <a:lvl3pPr>
              <a:buFontTx/>
              <a:buNone/>
              <a:defRPr sz="5900"/>
            </a:lvl3pPr>
            <a:lvl4pPr>
              <a:buFontTx/>
              <a:buNone/>
              <a:defRPr sz="5900"/>
            </a:lvl4pPr>
            <a:lvl5pPr>
              <a:buFontTx/>
              <a:buNone/>
              <a:defRPr sz="5900"/>
            </a:lvl5pPr>
          </a:lstStyle>
          <a:p>
            <a:pPr lvl="0"/>
            <a:r>
              <a:rPr lang="en-US" dirty="0" smtClean="0"/>
              <a:t>Click here to add authors</a:t>
            </a:r>
            <a:endParaRPr lang="en-US" dirty="0"/>
          </a:p>
        </p:txBody>
      </p:sp>
      <p:sp>
        <p:nvSpPr>
          <p:cNvPr id="62" name="Text Placeholder 76"/>
          <p:cNvSpPr>
            <a:spLocks noGrp="1"/>
          </p:cNvSpPr>
          <p:nvPr>
            <p:ph type="body" sz="quarter" idx="151" hasCustomPrompt="1"/>
          </p:nvPr>
        </p:nvSpPr>
        <p:spPr>
          <a:xfrm>
            <a:off x="4865936" y="2083321"/>
            <a:ext cx="26245682" cy="1399990"/>
          </a:xfrm>
          <a:prstGeom prst="rect">
            <a:avLst/>
          </a:prstGeom>
        </p:spPr>
        <p:txBody>
          <a:bodyPr lIns="74999" tIns="37500" rIns="74999" bIns="37500"/>
          <a:lstStyle>
            <a:lvl1pPr algn="ctr">
              <a:buFontTx/>
              <a:buNone/>
              <a:defRPr sz="6600">
                <a:solidFill>
                  <a:schemeClr val="bg1"/>
                </a:solidFill>
              </a:defRPr>
            </a:lvl1pPr>
            <a:lvl2pPr>
              <a:buFontTx/>
              <a:buNone/>
              <a:defRPr sz="5900"/>
            </a:lvl2pPr>
            <a:lvl3pPr>
              <a:buFontTx/>
              <a:buNone/>
              <a:defRPr sz="5900"/>
            </a:lvl3pPr>
            <a:lvl4pPr>
              <a:buFontTx/>
              <a:buNone/>
              <a:defRPr sz="5900"/>
            </a:lvl4pPr>
            <a:lvl5pPr>
              <a:buFontTx/>
              <a:buNone/>
              <a:defRPr sz="5900"/>
            </a:lvl5pPr>
          </a:lstStyle>
          <a:p>
            <a:pPr lvl="0"/>
            <a:r>
              <a:rPr lang="en-US" dirty="0" smtClean="0"/>
              <a:t>Click here to add authors</a:t>
            </a:r>
            <a:endParaRPr lang="en-US" dirty="0"/>
          </a:p>
        </p:txBody>
      </p:sp>
      <p:sp>
        <p:nvSpPr>
          <p:cNvPr id="58" name="Text Placeholder 5"/>
          <p:cNvSpPr>
            <a:spLocks noGrp="1"/>
          </p:cNvSpPr>
          <p:nvPr>
            <p:ph type="body" sz="quarter" idx="95" hasCustomPrompt="1"/>
          </p:nvPr>
        </p:nvSpPr>
        <p:spPr>
          <a:xfrm>
            <a:off x="-17272529" y="18427748"/>
            <a:ext cx="16979043" cy="656336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 wrap="square" lIns="74996" tIns="74996" rIns="74996" bIns="74996" anchor="ctr" anchorCtr="0">
            <a:spAutoFit/>
          </a:bodyPr>
          <a:lstStyle>
            <a:lvl1pPr algn="ctr">
              <a:buNone/>
              <a:defRPr sz="33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smtClean="0"/>
              <a:t>SECTION HEADER PLACEHOLDER</a:t>
            </a:r>
            <a:endParaRPr lang="en-US" dirty="0"/>
          </a:p>
        </p:txBody>
      </p:sp>
      <p:sp>
        <p:nvSpPr>
          <p:cNvPr id="59" name="Text Placeholder 3"/>
          <p:cNvSpPr>
            <a:spLocks noGrp="1"/>
          </p:cNvSpPr>
          <p:nvPr>
            <p:ph type="body" sz="quarter" idx="107" hasCustomPrompt="1"/>
          </p:nvPr>
        </p:nvSpPr>
        <p:spPr>
          <a:xfrm>
            <a:off x="-17272529" y="22812334"/>
            <a:ext cx="16994668" cy="732057"/>
          </a:xfrm>
          <a:prstGeom prst="rect">
            <a:avLst/>
          </a:prstGeom>
        </p:spPr>
        <p:txBody>
          <a:bodyPr wrap="square" lIns="187489" tIns="187489" rIns="187489" bIns="187489">
            <a:spAutoFit/>
          </a:bodyPr>
          <a:lstStyle>
            <a:lvl1pPr marL="0" indent="0">
              <a:buNone/>
              <a:defRPr sz="2300" baseline="0">
                <a:latin typeface="Trebuchet MS" pitchFamily="34" charset="0"/>
              </a:defRPr>
            </a:lvl1pPr>
            <a:lvl2pPr marL="1218674" indent="-468721">
              <a:defRPr sz="2100">
                <a:latin typeface="Trebuchet MS" pitchFamily="34" charset="0"/>
              </a:defRPr>
            </a:lvl2pPr>
            <a:lvl3pPr marL="1687395" indent="-468721">
              <a:defRPr sz="2100">
                <a:latin typeface="Trebuchet MS" pitchFamily="34" charset="0"/>
              </a:defRPr>
            </a:lvl3pPr>
            <a:lvl4pPr marL="2202988" indent="-515593">
              <a:defRPr sz="2100">
                <a:latin typeface="Trebuchet MS" pitchFamily="34" charset="0"/>
              </a:defRPr>
            </a:lvl4pPr>
            <a:lvl5pPr marL="2577965" indent="-374977">
              <a:defRPr sz="2100">
                <a:latin typeface="Trebuchet MS" pitchFamily="34" charset="0"/>
              </a:defRPr>
            </a:lvl5pPr>
          </a:lstStyle>
          <a:p>
            <a:pPr lvl="0"/>
            <a:r>
              <a:rPr lang="en-US" dirty="0" smtClean="0"/>
              <a:t>TEXT PLACEHOLDER</a:t>
            </a:r>
            <a:endParaRPr lang="en-US" dirty="0"/>
          </a:p>
        </p:txBody>
      </p:sp>
      <p:sp>
        <p:nvSpPr>
          <p:cNvPr id="63" name="Text Placeholder 3"/>
          <p:cNvSpPr>
            <a:spLocks noGrp="1"/>
          </p:cNvSpPr>
          <p:nvPr>
            <p:ph type="body" sz="quarter" idx="116" hasCustomPrompt="1"/>
          </p:nvPr>
        </p:nvSpPr>
        <p:spPr>
          <a:xfrm>
            <a:off x="-17272529" y="22812334"/>
            <a:ext cx="16994668" cy="732057"/>
          </a:xfrm>
          <a:prstGeom prst="rect">
            <a:avLst/>
          </a:prstGeom>
        </p:spPr>
        <p:txBody>
          <a:bodyPr wrap="square" lIns="187489" tIns="187489" rIns="187489" bIns="187489">
            <a:spAutoFit/>
          </a:bodyPr>
          <a:lstStyle>
            <a:lvl1pPr marL="0" indent="0">
              <a:buNone/>
              <a:defRPr sz="2300" baseline="0">
                <a:latin typeface="Trebuchet MS" pitchFamily="34" charset="0"/>
              </a:defRPr>
            </a:lvl1pPr>
            <a:lvl2pPr marL="1218674" indent="-468721">
              <a:defRPr sz="2100">
                <a:latin typeface="Trebuchet MS" pitchFamily="34" charset="0"/>
              </a:defRPr>
            </a:lvl2pPr>
            <a:lvl3pPr marL="1687395" indent="-468721">
              <a:defRPr sz="2100">
                <a:latin typeface="Trebuchet MS" pitchFamily="34" charset="0"/>
              </a:defRPr>
            </a:lvl3pPr>
            <a:lvl4pPr marL="2202988" indent="-515593">
              <a:defRPr sz="2100">
                <a:latin typeface="Trebuchet MS" pitchFamily="34" charset="0"/>
              </a:defRPr>
            </a:lvl4pPr>
            <a:lvl5pPr marL="2577965" indent="-374977">
              <a:defRPr sz="2100">
                <a:latin typeface="Trebuchet MS" pitchFamily="34" charset="0"/>
              </a:defRPr>
            </a:lvl5pPr>
          </a:lstStyle>
          <a:p>
            <a:pPr lvl="0"/>
            <a:r>
              <a:rPr lang="en-US" dirty="0" smtClean="0"/>
              <a:t>TEXT PLACEHOLDER</a:t>
            </a:r>
            <a:endParaRPr lang="en-US" dirty="0"/>
          </a:p>
        </p:txBody>
      </p:sp>
      <p:sp>
        <p:nvSpPr>
          <p:cNvPr id="64" name="Text Placeholder 3"/>
          <p:cNvSpPr>
            <a:spLocks noGrp="1"/>
          </p:cNvSpPr>
          <p:nvPr>
            <p:ph type="body" sz="quarter" idx="117" hasCustomPrompt="1"/>
          </p:nvPr>
        </p:nvSpPr>
        <p:spPr>
          <a:xfrm>
            <a:off x="-17272529" y="22812334"/>
            <a:ext cx="16994668" cy="732057"/>
          </a:xfrm>
          <a:prstGeom prst="rect">
            <a:avLst/>
          </a:prstGeom>
        </p:spPr>
        <p:txBody>
          <a:bodyPr wrap="square" lIns="187489" tIns="187489" rIns="187489" bIns="187489">
            <a:spAutoFit/>
          </a:bodyPr>
          <a:lstStyle>
            <a:lvl1pPr marL="0" indent="0">
              <a:buNone/>
              <a:defRPr sz="2300" baseline="0">
                <a:latin typeface="Trebuchet MS" pitchFamily="34" charset="0"/>
              </a:defRPr>
            </a:lvl1pPr>
            <a:lvl2pPr marL="1218674" indent="-468721">
              <a:defRPr sz="2100">
                <a:latin typeface="Trebuchet MS" pitchFamily="34" charset="0"/>
              </a:defRPr>
            </a:lvl2pPr>
            <a:lvl3pPr marL="1687395" indent="-468721">
              <a:defRPr sz="2100">
                <a:latin typeface="Trebuchet MS" pitchFamily="34" charset="0"/>
              </a:defRPr>
            </a:lvl3pPr>
            <a:lvl4pPr marL="2202988" indent="-515593">
              <a:defRPr sz="2100">
                <a:latin typeface="Trebuchet MS" pitchFamily="34" charset="0"/>
              </a:defRPr>
            </a:lvl4pPr>
            <a:lvl5pPr marL="2577965" indent="-374977">
              <a:defRPr sz="2100">
                <a:latin typeface="Trebuchet MS" pitchFamily="34" charset="0"/>
              </a:defRPr>
            </a:lvl5pPr>
          </a:lstStyle>
          <a:p>
            <a:pPr lvl="0"/>
            <a:r>
              <a:rPr lang="en-US" dirty="0" smtClean="0"/>
              <a:t>TEXT PLACEHOLDER</a:t>
            </a:r>
            <a:endParaRPr lang="en-US" dirty="0"/>
          </a:p>
        </p:txBody>
      </p:sp>
      <p:sp>
        <p:nvSpPr>
          <p:cNvPr id="65" name="Text Placeholder 3"/>
          <p:cNvSpPr>
            <a:spLocks noGrp="1"/>
          </p:cNvSpPr>
          <p:nvPr>
            <p:ph type="body" sz="quarter" idx="118" hasCustomPrompt="1"/>
          </p:nvPr>
        </p:nvSpPr>
        <p:spPr>
          <a:xfrm>
            <a:off x="-17272529" y="22812334"/>
            <a:ext cx="16994668" cy="732057"/>
          </a:xfrm>
          <a:prstGeom prst="rect">
            <a:avLst/>
          </a:prstGeom>
        </p:spPr>
        <p:txBody>
          <a:bodyPr wrap="square" lIns="187489" tIns="187489" rIns="187489" bIns="187489">
            <a:spAutoFit/>
          </a:bodyPr>
          <a:lstStyle>
            <a:lvl1pPr marL="0" indent="0">
              <a:buNone/>
              <a:defRPr sz="2300" baseline="0">
                <a:latin typeface="Trebuchet MS" pitchFamily="34" charset="0"/>
              </a:defRPr>
            </a:lvl1pPr>
            <a:lvl2pPr marL="1218674" indent="-468721">
              <a:defRPr sz="2100">
                <a:latin typeface="Trebuchet MS" pitchFamily="34" charset="0"/>
              </a:defRPr>
            </a:lvl2pPr>
            <a:lvl3pPr marL="1687395" indent="-468721">
              <a:defRPr sz="2100">
                <a:latin typeface="Trebuchet MS" pitchFamily="34" charset="0"/>
              </a:defRPr>
            </a:lvl3pPr>
            <a:lvl4pPr marL="2202988" indent="-515593">
              <a:defRPr sz="2100">
                <a:latin typeface="Trebuchet MS" pitchFamily="34" charset="0"/>
              </a:defRPr>
            </a:lvl4pPr>
            <a:lvl5pPr marL="2577965" indent="-374977">
              <a:defRPr sz="2100">
                <a:latin typeface="Trebuchet MS" pitchFamily="34" charset="0"/>
              </a:defRPr>
            </a:lvl5pPr>
          </a:lstStyle>
          <a:p>
            <a:pPr lvl="0"/>
            <a:r>
              <a:rPr lang="en-US" dirty="0" smtClean="0"/>
              <a:t>TEXT PLACEHOLDER</a:t>
            </a:r>
            <a:endParaRPr lang="en-US" dirty="0"/>
          </a:p>
        </p:txBody>
      </p:sp>
      <p:sp>
        <p:nvSpPr>
          <p:cNvPr id="66" name="Text Placeholder 3"/>
          <p:cNvSpPr>
            <a:spLocks noGrp="1"/>
          </p:cNvSpPr>
          <p:nvPr>
            <p:ph type="body" sz="quarter" idx="119" hasCustomPrompt="1"/>
          </p:nvPr>
        </p:nvSpPr>
        <p:spPr>
          <a:xfrm>
            <a:off x="-17272529" y="22812334"/>
            <a:ext cx="16994668" cy="732057"/>
          </a:xfrm>
          <a:prstGeom prst="rect">
            <a:avLst/>
          </a:prstGeom>
        </p:spPr>
        <p:txBody>
          <a:bodyPr wrap="square" lIns="187489" tIns="187489" rIns="187489" bIns="187489">
            <a:spAutoFit/>
          </a:bodyPr>
          <a:lstStyle>
            <a:lvl1pPr marL="0" indent="0">
              <a:buNone/>
              <a:defRPr sz="2300" baseline="0">
                <a:latin typeface="Trebuchet MS" pitchFamily="34" charset="0"/>
              </a:defRPr>
            </a:lvl1pPr>
            <a:lvl2pPr marL="1218674" indent="-468721">
              <a:defRPr sz="2100">
                <a:latin typeface="Trebuchet MS" pitchFamily="34" charset="0"/>
              </a:defRPr>
            </a:lvl2pPr>
            <a:lvl3pPr marL="1687395" indent="-468721">
              <a:defRPr sz="2100">
                <a:latin typeface="Trebuchet MS" pitchFamily="34" charset="0"/>
              </a:defRPr>
            </a:lvl3pPr>
            <a:lvl4pPr marL="2202988" indent="-515593">
              <a:defRPr sz="2100">
                <a:latin typeface="Trebuchet MS" pitchFamily="34" charset="0"/>
              </a:defRPr>
            </a:lvl4pPr>
            <a:lvl5pPr marL="2577965" indent="-374977">
              <a:defRPr sz="2100">
                <a:latin typeface="Trebuchet MS" pitchFamily="34" charset="0"/>
              </a:defRPr>
            </a:lvl5pPr>
          </a:lstStyle>
          <a:p>
            <a:pPr lvl="0"/>
            <a:r>
              <a:rPr lang="en-US" dirty="0" smtClean="0"/>
              <a:t>TEXT PLACEHOLDER</a:t>
            </a:r>
            <a:endParaRPr lang="en-US" dirty="0"/>
          </a:p>
        </p:txBody>
      </p:sp>
      <p:sp>
        <p:nvSpPr>
          <p:cNvPr id="67" name="Text Placeholder 3"/>
          <p:cNvSpPr>
            <a:spLocks noGrp="1"/>
          </p:cNvSpPr>
          <p:nvPr>
            <p:ph type="body" sz="quarter" idx="120" hasCustomPrompt="1"/>
          </p:nvPr>
        </p:nvSpPr>
        <p:spPr>
          <a:xfrm>
            <a:off x="-17272529" y="22812334"/>
            <a:ext cx="16994668" cy="732057"/>
          </a:xfrm>
          <a:prstGeom prst="rect">
            <a:avLst/>
          </a:prstGeom>
        </p:spPr>
        <p:txBody>
          <a:bodyPr wrap="square" lIns="187489" tIns="187489" rIns="187489" bIns="187489">
            <a:spAutoFit/>
          </a:bodyPr>
          <a:lstStyle>
            <a:lvl1pPr marL="0" indent="0">
              <a:buNone/>
              <a:defRPr sz="2300" baseline="0">
                <a:latin typeface="Trebuchet MS" pitchFamily="34" charset="0"/>
              </a:defRPr>
            </a:lvl1pPr>
            <a:lvl2pPr marL="1218674" indent="-468721">
              <a:defRPr sz="2100">
                <a:latin typeface="Trebuchet MS" pitchFamily="34" charset="0"/>
              </a:defRPr>
            </a:lvl2pPr>
            <a:lvl3pPr marL="1687395" indent="-468721">
              <a:defRPr sz="2100">
                <a:latin typeface="Trebuchet MS" pitchFamily="34" charset="0"/>
              </a:defRPr>
            </a:lvl3pPr>
            <a:lvl4pPr marL="2202988" indent="-515593">
              <a:defRPr sz="2100">
                <a:latin typeface="Trebuchet MS" pitchFamily="34" charset="0"/>
              </a:defRPr>
            </a:lvl4pPr>
            <a:lvl5pPr marL="2577965" indent="-374977">
              <a:defRPr sz="2100">
                <a:latin typeface="Trebuchet MS" pitchFamily="34" charset="0"/>
              </a:defRPr>
            </a:lvl5pPr>
          </a:lstStyle>
          <a:p>
            <a:pPr lvl="0"/>
            <a:r>
              <a:rPr lang="en-US" dirty="0" smtClean="0"/>
              <a:t>TEXT PLACEHOLDER</a:t>
            </a:r>
            <a:endParaRPr lang="en-US" dirty="0"/>
          </a:p>
        </p:txBody>
      </p:sp>
      <p:sp>
        <p:nvSpPr>
          <p:cNvPr id="68" name="Text Placeholder 3"/>
          <p:cNvSpPr>
            <a:spLocks noGrp="1"/>
          </p:cNvSpPr>
          <p:nvPr>
            <p:ph type="body" sz="quarter" idx="121" hasCustomPrompt="1"/>
          </p:nvPr>
        </p:nvSpPr>
        <p:spPr>
          <a:xfrm>
            <a:off x="-17272529" y="22812334"/>
            <a:ext cx="16994668" cy="732057"/>
          </a:xfrm>
          <a:prstGeom prst="rect">
            <a:avLst/>
          </a:prstGeom>
        </p:spPr>
        <p:txBody>
          <a:bodyPr wrap="square" lIns="187489" tIns="187489" rIns="187489" bIns="187489">
            <a:spAutoFit/>
          </a:bodyPr>
          <a:lstStyle>
            <a:lvl1pPr marL="0" indent="0">
              <a:buNone/>
              <a:defRPr sz="2300" baseline="0">
                <a:latin typeface="Trebuchet MS" pitchFamily="34" charset="0"/>
              </a:defRPr>
            </a:lvl1pPr>
            <a:lvl2pPr marL="1218674" indent="-468721">
              <a:defRPr sz="2100">
                <a:latin typeface="Trebuchet MS" pitchFamily="34" charset="0"/>
              </a:defRPr>
            </a:lvl2pPr>
            <a:lvl3pPr marL="1687395" indent="-468721">
              <a:defRPr sz="2100">
                <a:latin typeface="Trebuchet MS" pitchFamily="34" charset="0"/>
              </a:defRPr>
            </a:lvl3pPr>
            <a:lvl4pPr marL="2202988" indent="-515593">
              <a:defRPr sz="2100">
                <a:latin typeface="Trebuchet MS" pitchFamily="34" charset="0"/>
              </a:defRPr>
            </a:lvl4pPr>
            <a:lvl5pPr marL="2577965" indent="-374977">
              <a:defRPr sz="2100">
                <a:latin typeface="Trebuchet MS" pitchFamily="34" charset="0"/>
              </a:defRPr>
            </a:lvl5pPr>
          </a:lstStyle>
          <a:p>
            <a:pPr lvl="0"/>
            <a:r>
              <a:rPr lang="en-US" dirty="0" smtClean="0"/>
              <a:t>TEXT PLACEHOLDER</a:t>
            </a:r>
            <a:endParaRPr lang="en-US" dirty="0"/>
          </a:p>
        </p:txBody>
      </p:sp>
      <p:sp>
        <p:nvSpPr>
          <p:cNvPr id="69" name="Text Placeholder 3"/>
          <p:cNvSpPr>
            <a:spLocks noGrp="1"/>
          </p:cNvSpPr>
          <p:nvPr>
            <p:ph type="body" sz="quarter" idx="122" hasCustomPrompt="1"/>
          </p:nvPr>
        </p:nvSpPr>
        <p:spPr>
          <a:xfrm>
            <a:off x="-17272529" y="22812334"/>
            <a:ext cx="16994668" cy="732057"/>
          </a:xfrm>
          <a:prstGeom prst="rect">
            <a:avLst/>
          </a:prstGeom>
        </p:spPr>
        <p:txBody>
          <a:bodyPr wrap="square" lIns="187489" tIns="187489" rIns="187489" bIns="187489">
            <a:spAutoFit/>
          </a:bodyPr>
          <a:lstStyle>
            <a:lvl1pPr marL="0" indent="0">
              <a:buNone/>
              <a:defRPr sz="2300" baseline="0">
                <a:latin typeface="Trebuchet MS" pitchFamily="34" charset="0"/>
              </a:defRPr>
            </a:lvl1pPr>
            <a:lvl2pPr marL="1218674" indent="-468721">
              <a:defRPr sz="2100">
                <a:latin typeface="Trebuchet MS" pitchFamily="34" charset="0"/>
              </a:defRPr>
            </a:lvl2pPr>
            <a:lvl3pPr marL="1687395" indent="-468721">
              <a:defRPr sz="2100">
                <a:latin typeface="Trebuchet MS" pitchFamily="34" charset="0"/>
              </a:defRPr>
            </a:lvl3pPr>
            <a:lvl4pPr marL="2202988" indent="-515593">
              <a:defRPr sz="2100">
                <a:latin typeface="Trebuchet MS" pitchFamily="34" charset="0"/>
              </a:defRPr>
            </a:lvl4pPr>
            <a:lvl5pPr marL="2577965" indent="-374977">
              <a:defRPr sz="2100">
                <a:latin typeface="Trebuchet MS" pitchFamily="34" charset="0"/>
              </a:defRPr>
            </a:lvl5pPr>
          </a:lstStyle>
          <a:p>
            <a:pPr lvl="0"/>
            <a:r>
              <a:rPr lang="en-US" dirty="0" smtClean="0"/>
              <a:t>TEXT PLACEHOLDER</a:t>
            </a:r>
            <a:endParaRPr lang="en-US" dirty="0"/>
          </a:p>
        </p:txBody>
      </p:sp>
      <p:sp>
        <p:nvSpPr>
          <p:cNvPr id="70" name="Text Placeholder 3"/>
          <p:cNvSpPr>
            <a:spLocks noGrp="1"/>
          </p:cNvSpPr>
          <p:nvPr>
            <p:ph type="body" sz="quarter" idx="123" hasCustomPrompt="1"/>
          </p:nvPr>
        </p:nvSpPr>
        <p:spPr>
          <a:xfrm>
            <a:off x="-17272529" y="22812334"/>
            <a:ext cx="16994668" cy="732057"/>
          </a:xfrm>
          <a:prstGeom prst="rect">
            <a:avLst/>
          </a:prstGeom>
        </p:spPr>
        <p:txBody>
          <a:bodyPr wrap="square" lIns="187489" tIns="187489" rIns="187489" bIns="187489">
            <a:spAutoFit/>
          </a:bodyPr>
          <a:lstStyle>
            <a:lvl1pPr marL="0" indent="0">
              <a:buNone/>
              <a:defRPr sz="2300" baseline="0">
                <a:latin typeface="Trebuchet MS" pitchFamily="34" charset="0"/>
              </a:defRPr>
            </a:lvl1pPr>
            <a:lvl2pPr marL="1218674" indent="-468721">
              <a:defRPr sz="2100">
                <a:latin typeface="Trebuchet MS" pitchFamily="34" charset="0"/>
              </a:defRPr>
            </a:lvl2pPr>
            <a:lvl3pPr marL="1687395" indent="-468721">
              <a:defRPr sz="2100">
                <a:latin typeface="Trebuchet MS" pitchFamily="34" charset="0"/>
              </a:defRPr>
            </a:lvl3pPr>
            <a:lvl4pPr marL="2202988" indent="-515593">
              <a:defRPr sz="2100">
                <a:latin typeface="Trebuchet MS" pitchFamily="34" charset="0"/>
              </a:defRPr>
            </a:lvl4pPr>
            <a:lvl5pPr marL="2577965" indent="-374977">
              <a:defRPr sz="2100">
                <a:latin typeface="Trebuchet MS" pitchFamily="34" charset="0"/>
              </a:defRPr>
            </a:lvl5pPr>
          </a:lstStyle>
          <a:p>
            <a:pPr lvl="0"/>
            <a:r>
              <a:rPr lang="en-US" dirty="0" smtClean="0"/>
              <a:t>TEXT PLACEHOLDER</a:t>
            </a:r>
            <a:endParaRPr lang="en-US" dirty="0"/>
          </a:p>
        </p:txBody>
      </p:sp>
      <p:sp>
        <p:nvSpPr>
          <p:cNvPr id="108" name="Text Placeholder 3"/>
          <p:cNvSpPr>
            <a:spLocks noGrp="1"/>
          </p:cNvSpPr>
          <p:nvPr>
            <p:ph type="body" sz="quarter" idx="124" hasCustomPrompt="1"/>
          </p:nvPr>
        </p:nvSpPr>
        <p:spPr>
          <a:xfrm>
            <a:off x="-17272529" y="22812334"/>
            <a:ext cx="16994668" cy="732057"/>
          </a:xfrm>
          <a:prstGeom prst="rect">
            <a:avLst/>
          </a:prstGeom>
        </p:spPr>
        <p:txBody>
          <a:bodyPr wrap="square" lIns="187489" tIns="187489" rIns="187489" bIns="187489">
            <a:spAutoFit/>
          </a:bodyPr>
          <a:lstStyle>
            <a:lvl1pPr marL="0" indent="0">
              <a:buNone/>
              <a:defRPr sz="2300" baseline="0">
                <a:latin typeface="Trebuchet MS" pitchFamily="34" charset="0"/>
              </a:defRPr>
            </a:lvl1pPr>
            <a:lvl2pPr marL="1218674" indent="-468721">
              <a:defRPr sz="2100">
                <a:latin typeface="Trebuchet MS" pitchFamily="34" charset="0"/>
              </a:defRPr>
            </a:lvl2pPr>
            <a:lvl3pPr marL="1687395" indent="-468721">
              <a:defRPr sz="2100">
                <a:latin typeface="Trebuchet MS" pitchFamily="34" charset="0"/>
              </a:defRPr>
            </a:lvl3pPr>
            <a:lvl4pPr marL="2202988" indent="-515593">
              <a:defRPr sz="2100">
                <a:latin typeface="Trebuchet MS" pitchFamily="34" charset="0"/>
              </a:defRPr>
            </a:lvl4pPr>
            <a:lvl5pPr marL="2577965" indent="-374977">
              <a:defRPr sz="2100">
                <a:latin typeface="Trebuchet MS" pitchFamily="34" charset="0"/>
              </a:defRPr>
            </a:lvl5pPr>
          </a:lstStyle>
          <a:p>
            <a:pPr lvl="0"/>
            <a:r>
              <a:rPr lang="en-US" dirty="0" smtClean="0"/>
              <a:t>TEXT PLACEHOLDER</a:t>
            </a:r>
            <a:endParaRPr lang="en-US" dirty="0"/>
          </a:p>
        </p:txBody>
      </p:sp>
      <p:sp>
        <p:nvSpPr>
          <p:cNvPr id="109" name="Text Placeholder 3"/>
          <p:cNvSpPr>
            <a:spLocks noGrp="1"/>
          </p:cNvSpPr>
          <p:nvPr>
            <p:ph type="body" sz="quarter" idx="125" hasCustomPrompt="1"/>
          </p:nvPr>
        </p:nvSpPr>
        <p:spPr>
          <a:xfrm>
            <a:off x="-17272529" y="22812334"/>
            <a:ext cx="16994668" cy="732057"/>
          </a:xfrm>
          <a:prstGeom prst="rect">
            <a:avLst/>
          </a:prstGeom>
        </p:spPr>
        <p:txBody>
          <a:bodyPr wrap="square" lIns="187489" tIns="187489" rIns="187489" bIns="187489">
            <a:spAutoFit/>
          </a:bodyPr>
          <a:lstStyle>
            <a:lvl1pPr marL="0" indent="0">
              <a:buNone/>
              <a:defRPr sz="2300" baseline="0">
                <a:latin typeface="Trebuchet MS" pitchFamily="34" charset="0"/>
              </a:defRPr>
            </a:lvl1pPr>
            <a:lvl2pPr marL="1218674" indent="-468721">
              <a:defRPr sz="2100">
                <a:latin typeface="Trebuchet MS" pitchFamily="34" charset="0"/>
              </a:defRPr>
            </a:lvl2pPr>
            <a:lvl3pPr marL="1687395" indent="-468721">
              <a:defRPr sz="2100">
                <a:latin typeface="Trebuchet MS" pitchFamily="34" charset="0"/>
              </a:defRPr>
            </a:lvl3pPr>
            <a:lvl4pPr marL="2202988" indent="-515593">
              <a:defRPr sz="2100">
                <a:latin typeface="Trebuchet MS" pitchFamily="34" charset="0"/>
              </a:defRPr>
            </a:lvl4pPr>
            <a:lvl5pPr marL="2577965" indent="-374977">
              <a:defRPr sz="2100">
                <a:latin typeface="Trebuchet MS" pitchFamily="34" charset="0"/>
              </a:defRPr>
            </a:lvl5pPr>
          </a:lstStyle>
          <a:p>
            <a:pPr lvl="0"/>
            <a:r>
              <a:rPr lang="en-US" dirty="0" smtClean="0"/>
              <a:t>TEXT PLACEHOLDER</a:t>
            </a:r>
            <a:endParaRPr lang="en-US" dirty="0"/>
          </a:p>
        </p:txBody>
      </p:sp>
      <p:sp>
        <p:nvSpPr>
          <p:cNvPr id="110" name="Text Placeholder 5"/>
          <p:cNvSpPr>
            <a:spLocks noGrp="1"/>
          </p:cNvSpPr>
          <p:nvPr>
            <p:ph type="body" sz="quarter" idx="136" hasCustomPrompt="1"/>
          </p:nvPr>
        </p:nvSpPr>
        <p:spPr>
          <a:xfrm>
            <a:off x="-17272529" y="18427748"/>
            <a:ext cx="16979043" cy="656336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 wrap="square" lIns="74996" tIns="74996" rIns="74996" bIns="74996" anchor="ctr" anchorCtr="0">
            <a:spAutoFit/>
          </a:bodyPr>
          <a:lstStyle>
            <a:lvl1pPr algn="ctr">
              <a:buNone/>
              <a:defRPr sz="33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smtClean="0"/>
              <a:t>SECTION HEADER PLACEHOLDER</a:t>
            </a:r>
            <a:endParaRPr lang="en-US" dirty="0"/>
          </a:p>
        </p:txBody>
      </p:sp>
      <p:sp>
        <p:nvSpPr>
          <p:cNvPr id="111" name="Text Placeholder 5"/>
          <p:cNvSpPr>
            <a:spLocks noGrp="1"/>
          </p:cNvSpPr>
          <p:nvPr>
            <p:ph type="body" sz="quarter" idx="137" hasCustomPrompt="1"/>
          </p:nvPr>
        </p:nvSpPr>
        <p:spPr>
          <a:xfrm>
            <a:off x="-17272529" y="18427748"/>
            <a:ext cx="16979043" cy="656336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 wrap="square" lIns="74996" tIns="74996" rIns="74996" bIns="74996" anchor="ctr" anchorCtr="0">
            <a:spAutoFit/>
          </a:bodyPr>
          <a:lstStyle>
            <a:lvl1pPr algn="ctr">
              <a:buNone/>
              <a:defRPr sz="33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smtClean="0"/>
              <a:t>SECTION HEADER PLACEHOLDER</a:t>
            </a:r>
            <a:endParaRPr lang="en-US" dirty="0"/>
          </a:p>
        </p:txBody>
      </p:sp>
      <p:sp>
        <p:nvSpPr>
          <p:cNvPr id="112" name="Text Placeholder 5"/>
          <p:cNvSpPr>
            <a:spLocks noGrp="1"/>
          </p:cNvSpPr>
          <p:nvPr>
            <p:ph type="body" sz="quarter" idx="138" hasCustomPrompt="1"/>
          </p:nvPr>
        </p:nvSpPr>
        <p:spPr>
          <a:xfrm>
            <a:off x="-17272529" y="18427748"/>
            <a:ext cx="16979043" cy="656336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 wrap="square" lIns="74996" tIns="74996" rIns="74996" bIns="74996" anchor="ctr" anchorCtr="0">
            <a:spAutoFit/>
          </a:bodyPr>
          <a:lstStyle>
            <a:lvl1pPr algn="ctr">
              <a:buNone/>
              <a:defRPr sz="33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smtClean="0"/>
              <a:t>SECTION HEADER PLACEHOLDER</a:t>
            </a:r>
            <a:endParaRPr lang="en-US" dirty="0"/>
          </a:p>
        </p:txBody>
      </p:sp>
      <p:sp>
        <p:nvSpPr>
          <p:cNvPr id="113" name="Text Placeholder 5"/>
          <p:cNvSpPr>
            <a:spLocks noGrp="1"/>
          </p:cNvSpPr>
          <p:nvPr>
            <p:ph type="body" sz="quarter" idx="139" hasCustomPrompt="1"/>
          </p:nvPr>
        </p:nvSpPr>
        <p:spPr>
          <a:xfrm>
            <a:off x="-17272529" y="18427748"/>
            <a:ext cx="16979043" cy="656336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 wrap="square" lIns="74996" tIns="74996" rIns="74996" bIns="74996" anchor="ctr" anchorCtr="0">
            <a:spAutoFit/>
          </a:bodyPr>
          <a:lstStyle>
            <a:lvl1pPr algn="ctr">
              <a:buNone/>
              <a:defRPr sz="33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smtClean="0"/>
              <a:t>SECTION HEADER PLACEHOLDER</a:t>
            </a:r>
            <a:endParaRPr lang="en-US" dirty="0"/>
          </a:p>
        </p:txBody>
      </p:sp>
      <p:sp>
        <p:nvSpPr>
          <p:cNvPr id="114" name="Text Placeholder 5"/>
          <p:cNvSpPr>
            <a:spLocks noGrp="1"/>
          </p:cNvSpPr>
          <p:nvPr>
            <p:ph type="body" sz="quarter" idx="140" hasCustomPrompt="1"/>
          </p:nvPr>
        </p:nvSpPr>
        <p:spPr>
          <a:xfrm>
            <a:off x="-17272529" y="18427748"/>
            <a:ext cx="16979043" cy="656336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 wrap="square" lIns="74996" tIns="74996" rIns="74996" bIns="74996" anchor="ctr" anchorCtr="0">
            <a:spAutoFit/>
          </a:bodyPr>
          <a:lstStyle>
            <a:lvl1pPr algn="ctr">
              <a:buNone/>
              <a:defRPr sz="33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smtClean="0"/>
              <a:t>SECTION HEADER PLACEHOLDER</a:t>
            </a:r>
            <a:endParaRPr lang="en-US" dirty="0"/>
          </a:p>
        </p:txBody>
      </p:sp>
      <p:sp>
        <p:nvSpPr>
          <p:cNvPr id="115" name="Text Placeholder 5"/>
          <p:cNvSpPr>
            <a:spLocks noGrp="1"/>
          </p:cNvSpPr>
          <p:nvPr>
            <p:ph type="body" sz="quarter" idx="141" hasCustomPrompt="1"/>
          </p:nvPr>
        </p:nvSpPr>
        <p:spPr>
          <a:xfrm>
            <a:off x="-17272529" y="18427748"/>
            <a:ext cx="16979043" cy="656336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 wrap="square" lIns="74996" tIns="74996" rIns="74996" bIns="74996" anchor="ctr" anchorCtr="0">
            <a:spAutoFit/>
          </a:bodyPr>
          <a:lstStyle>
            <a:lvl1pPr algn="ctr">
              <a:buNone/>
              <a:defRPr sz="33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smtClean="0"/>
              <a:t>SECTION HEADER PLACEHOLDER</a:t>
            </a:r>
            <a:endParaRPr lang="en-US" dirty="0"/>
          </a:p>
        </p:txBody>
      </p:sp>
      <p:sp>
        <p:nvSpPr>
          <p:cNvPr id="116" name="Text Placeholder 5"/>
          <p:cNvSpPr>
            <a:spLocks noGrp="1"/>
          </p:cNvSpPr>
          <p:nvPr>
            <p:ph type="body" sz="quarter" idx="142" hasCustomPrompt="1"/>
          </p:nvPr>
        </p:nvSpPr>
        <p:spPr>
          <a:xfrm>
            <a:off x="-17272529" y="18427748"/>
            <a:ext cx="16979043" cy="656336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 wrap="square" lIns="74996" tIns="74996" rIns="74996" bIns="74996" anchor="ctr" anchorCtr="0">
            <a:spAutoFit/>
          </a:bodyPr>
          <a:lstStyle>
            <a:lvl1pPr algn="ctr">
              <a:buNone/>
              <a:defRPr sz="33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smtClean="0"/>
              <a:t>SECTION HEADER PLACEHOLDER</a:t>
            </a:r>
            <a:endParaRPr lang="en-US" dirty="0"/>
          </a:p>
        </p:txBody>
      </p:sp>
      <p:sp>
        <p:nvSpPr>
          <p:cNvPr id="117" name="Text Placeholder 5"/>
          <p:cNvSpPr>
            <a:spLocks noGrp="1"/>
          </p:cNvSpPr>
          <p:nvPr>
            <p:ph type="body" sz="quarter" idx="143" hasCustomPrompt="1"/>
          </p:nvPr>
        </p:nvSpPr>
        <p:spPr>
          <a:xfrm>
            <a:off x="-17272529" y="18427748"/>
            <a:ext cx="16979043" cy="656336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 wrap="square" lIns="74996" tIns="74996" rIns="74996" bIns="74996" anchor="ctr" anchorCtr="0">
            <a:spAutoFit/>
          </a:bodyPr>
          <a:lstStyle>
            <a:lvl1pPr algn="ctr">
              <a:buNone/>
              <a:defRPr sz="33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smtClean="0"/>
              <a:t>SECTION HEADER PLACEHOLDER</a:t>
            </a:r>
            <a:endParaRPr lang="en-US" dirty="0"/>
          </a:p>
        </p:txBody>
      </p:sp>
      <p:sp>
        <p:nvSpPr>
          <p:cNvPr id="118" name="Text Placeholder 5"/>
          <p:cNvSpPr>
            <a:spLocks noGrp="1"/>
          </p:cNvSpPr>
          <p:nvPr>
            <p:ph type="body" sz="quarter" idx="144" hasCustomPrompt="1"/>
          </p:nvPr>
        </p:nvSpPr>
        <p:spPr>
          <a:xfrm>
            <a:off x="-17272529" y="18427748"/>
            <a:ext cx="16979043" cy="656336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 wrap="square" lIns="74996" tIns="74996" rIns="74996" bIns="74996" anchor="ctr" anchorCtr="0">
            <a:spAutoFit/>
          </a:bodyPr>
          <a:lstStyle>
            <a:lvl1pPr algn="ctr">
              <a:buNone/>
              <a:defRPr sz="33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smtClean="0"/>
              <a:t>SECTION HEADER PLACEHOLDER</a:t>
            </a:r>
            <a:endParaRPr lang="en-US" dirty="0"/>
          </a:p>
        </p:txBody>
      </p:sp>
      <p:sp>
        <p:nvSpPr>
          <p:cNvPr id="119" name="Text Placeholder 5"/>
          <p:cNvSpPr>
            <a:spLocks noGrp="1"/>
          </p:cNvSpPr>
          <p:nvPr>
            <p:ph type="body" sz="quarter" idx="145" hasCustomPrompt="1"/>
          </p:nvPr>
        </p:nvSpPr>
        <p:spPr>
          <a:xfrm>
            <a:off x="-17272529" y="18427748"/>
            <a:ext cx="16979043" cy="656336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 wrap="square" lIns="74996" tIns="74996" rIns="74996" bIns="74996" anchor="ctr" anchorCtr="0">
            <a:spAutoFit/>
          </a:bodyPr>
          <a:lstStyle>
            <a:lvl1pPr algn="ctr">
              <a:buNone/>
              <a:defRPr sz="33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smtClean="0"/>
              <a:t>SECTION HEADER PLACEHOLDER</a:t>
            </a:r>
            <a:endParaRPr lang="en-US" dirty="0"/>
          </a:p>
        </p:txBody>
      </p:sp>
      <p:sp>
        <p:nvSpPr>
          <p:cNvPr id="120" name="Text Placeholder 5"/>
          <p:cNvSpPr>
            <a:spLocks noGrp="1"/>
          </p:cNvSpPr>
          <p:nvPr>
            <p:ph type="body" sz="quarter" idx="146" hasCustomPrompt="1"/>
          </p:nvPr>
        </p:nvSpPr>
        <p:spPr>
          <a:xfrm>
            <a:off x="-17272529" y="18427748"/>
            <a:ext cx="16979043" cy="656336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 wrap="square" lIns="74996" tIns="74996" rIns="74996" bIns="74996" anchor="ctr" anchorCtr="0">
            <a:spAutoFit/>
          </a:bodyPr>
          <a:lstStyle>
            <a:lvl1pPr algn="ctr">
              <a:buNone/>
              <a:defRPr sz="33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smtClean="0"/>
              <a:t>SECTION HEADER PLACEHOLDER</a:t>
            </a:r>
            <a:endParaRPr lang="en-US" dirty="0"/>
          </a:p>
        </p:txBody>
      </p:sp>
      <p:sp>
        <p:nvSpPr>
          <p:cNvPr id="121" name="Text Placeholder 5"/>
          <p:cNvSpPr>
            <a:spLocks noGrp="1"/>
          </p:cNvSpPr>
          <p:nvPr>
            <p:ph type="body" sz="quarter" idx="147" hasCustomPrompt="1"/>
          </p:nvPr>
        </p:nvSpPr>
        <p:spPr>
          <a:xfrm>
            <a:off x="-17272529" y="18427748"/>
            <a:ext cx="16979043" cy="656336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 wrap="square" lIns="74996" tIns="74996" rIns="74996" bIns="74996" anchor="ctr" anchorCtr="0">
            <a:spAutoFit/>
          </a:bodyPr>
          <a:lstStyle>
            <a:lvl1pPr algn="ctr">
              <a:buNone/>
              <a:defRPr sz="33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smtClean="0"/>
              <a:t>SECTION HEADER PLACEHOLDER</a:t>
            </a:r>
            <a:endParaRPr lang="en-US" dirty="0"/>
          </a:p>
        </p:txBody>
      </p:sp>
      <p:sp>
        <p:nvSpPr>
          <p:cNvPr id="122" name="Text Placeholder 5"/>
          <p:cNvSpPr>
            <a:spLocks noGrp="1"/>
          </p:cNvSpPr>
          <p:nvPr>
            <p:ph type="body" sz="quarter" idx="148" hasCustomPrompt="1"/>
          </p:nvPr>
        </p:nvSpPr>
        <p:spPr>
          <a:xfrm>
            <a:off x="-17272529" y="18427748"/>
            <a:ext cx="16979043" cy="656336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 wrap="square" lIns="74996" tIns="74996" rIns="74996" bIns="74996" anchor="ctr" anchorCtr="0">
            <a:spAutoFit/>
          </a:bodyPr>
          <a:lstStyle>
            <a:lvl1pPr algn="ctr">
              <a:buNone/>
              <a:defRPr sz="33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smtClean="0"/>
              <a:t>SECTION HEADER PLACEHOLDER</a:t>
            </a:r>
            <a:endParaRPr lang="en-US" dirty="0"/>
          </a:p>
        </p:txBody>
      </p:sp>
      <p:sp>
        <p:nvSpPr>
          <p:cNvPr id="123" name="Text Placeholder 5"/>
          <p:cNvSpPr>
            <a:spLocks noGrp="1"/>
          </p:cNvSpPr>
          <p:nvPr>
            <p:ph type="body" sz="quarter" idx="149" hasCustomPrompt="1"/>
          </p:nvPr>
        </p:nvSpPr>
        <p:spPr>
          <a:xfrm>
            <a:off x="-17272529" y="18427748"/>
            <a:ext cx="16979043" cy="656336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 wrap="square" lIns="74996" tIns="74996" rIns="74996" bIns="74996" anchor="ctr" anchorCtr="0">
            <a:spAutoFit/>
          </a:bodyPr>
          <a:lstStyle>
            <a:lvl1pPr algn="ctr">
              <a:buNone/>
              <a:defRPr sz="33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smtClean="0"/>
              <a:t>SECTION HEADER PLACEHOLDER</a:t>
            </a:r>
            <a:endParaRPr lang="en-US" dirty="0"/>
          </a:p>
        </p:txBody>
      </p:sp>
      <p:sp>
        <p:nvSpPr>
          <p:cNvPr id="124" name="Text Placeholder 3"/>
          <p:cNvSpPr>
            <a:spLocks noGrp="1"/>
          </p:cNvSpPr>
          <p:nvPr>
            <p:ph type="body" sz="quarter" idx="152" hasCustomPrompt="1"/>
          </p:nvPr>
        </p:nvSpPr>
        <p:spPr>
          <a:xfrm>
            <a:off x="-12930895" y="21562343"/>
            <a:ext cx="8243430" cy="732057"/>
          </a:xfrm>
          <a:prstGeom prst="rect">
            <a:avLst/>
          </a:prstGeom>
        </p:spPr>
        <p:txBody>
          <a:bodyPr wrap="square" lIns="187489" tIns="187489" rIns="187489" bIns="187489">
            <a:spAutoFit/>
          </a:bodyPr>
          <a:lstStyle>
            <a:lvl1pPr marL="0" indent="0">
              <a:buNone/>
              <a:defRPr sz="2300" baseline="0">
                <a:latin typeface="Trebuchet MS" pitchFamily="34" charset="0"/>
              </a:defRPr>
            </a:lvl1pPr>
            <a:lvl2pPr marL="1218674" indent="-468721">
              <a:defRPr sz="2100">
                <a:latin typeface="Trebuchet MS" pitchFamily="34" charset="0"/>
              </a:defRPr>
            </a:lvl2pPr>
            <a:lvl3pPr marL="1687395" indent="-468721">
              <a:defRPr sz="2100">
                <a:latin typeface="Trebuchet MS" pitchFamily="34" charset="0"/>
              </a:defRPr>
            </a:lvl3pPr>
            <a:lvl4pPr marL="2202988" indent="-515593">
              <a:defRPr sz="2100">
                <a:latin typeface="Trebuchet MS" pitchFamily="34" charset="0"/>
              </a:defRPr>
            </a:lvl4pPr>
            <a:lvl5pPr marL="2577965" indent="-374977">
              <a:defRPr sz="2100">
                <a:latin typeface="Trebuchet MS" pitchFamily="34" charset="0"/>
              </a:defRPr>
            </a:lvl5pPr>
          </a:lstStyle>
          <a:p>
            <a:pPr lvl="0"/>
            <a:r>
              <a:rPr lang="en-US" dirty="0" smtClean="0"/>
              <a:t>TEXT PLACEHOLDER</a:t>
            </a:r>
            <a:endParaRPr lang="en-US" dirty="0"/>
          </a:p>
        </p:txBody>
      </p:sp>
      <p:sp>
        <p:nvSpPr>
          <p:cNvPr id="125" name="Text Placeholder 3"/>
          <p:cNvSpPr>
            <a:spLocks noGrp="1"/>
          </p:cNvSpPr>
          <p:nvPr>
            <p:ph type="body" sz="quarter" idx="153" hasCustomPrompt="1"/>
          </p:nvPr>
        </p:nvSpPr>
        <p:spPr>
          <a:xfrm>
            <a:off x="-12930895" y="21562343"/>
            <a:ext cx="8243430" cy="732057"/>
          </a:xfrm>
          <a:prstGeom prst="rect">
            <a:avLst/>
          </a:prstGeom>
        </p:spPr>
        <p:txBody>
          <a:bodyPr wrap="square" lIns="187489" tIns="187489" rIns="187489" bIns="187489">
            <a:spAutoFit/>
          </a:bodyPr>
          <a:lstStyle>
            <a:lvl1pPr marL="0" indent="0">
              <a:buNone/>
              <a:defRPr sz="2300" baseline="0">
                <a:latin typeface="Trebuchet MS" pitchFamily="34" charset="0"/>
              </a:defRPr>
            </a:lvl1pPr>
            <a:lvl2pPr marL="1218674" indent="-468721">
              <a:defRPr sz="2100">
                <a:latin typeface="Trebuchet MS" pitchFamily="34" charset="0"/>
              </a:defRPr>
            </a:lvl2pPr>
            <a:lvl3pPr marL="1687395" indent="-468721">
              <a:defRPr sz="2100">
                <a:latin typeface="Trebuchet MS" pitchFamily="34" charset="0"/>
              </a:defRPr>
            </a:lvl3pPr>
            <a:lvl4pPr marL="2202988" indent="-515593">
              <a:defRPr sz="2100">
                <a:latin typeface="Trebuchet MS" pitchFamily="34" charset="0"/>
              </a:defRPr>
            </a:lvl4pPr>
            <a:lvl5pPr marL="2577965" indent="-374977">
              <a:defRPr sz="2100">
                <a:latin typeface="Trebuchet MS" pitchFamily="34" charset="0"/>
              </a:defRPr>
            </a:lvl5pPr>
          </a:lstStyle>
          <a:p>
            <a:pPr lvl="0"/>
            <a:r>
              <a:rPr lang="en-US" dirty="0" smtClean="0"/>
              <a:t>TEXT PLACEHOLDER</a:t>
            </a:r>
            <a:endParaRPr lang="en-US" dirty="0"/>
          </a:p>
        </p:txBody>
      </p:sp>
      <p:sp>
        <p:nvSpPr>
          <p:cNvPr id="126" name="Text Placeholder 3"/>
          <p:cNvSpPr>
            <a:spLocks noGrp="1"/>
          </p:cNvSpPr>
          <p:nvPr>
            <p:ph type="body" sz="quarter" idx="154" hasCustomPrompt="1"/>
          </p:nvPr>
        </p:nvSpPr>
        <p:spPr>
          <a:xfrm>
            <a:off x="-12930895" y="21562343"/>
            <a:ext cx="8243430" cy="732057"/>
          </a:xfrm>
          <a:prstGeom prst="rect">
            <a:avLst/>
          </a:prstGeom>
        </p:spPr>
        <p:txBody>
          <a:bodyPr wrap="square" lIns="187489" tIns="187489" rIns="187489" bIns="187489">
            <a:spAutoFit/>
          </a:bodyPr>
          <a:lstStyle>
            <a:lvl1pPr marL="0" indent="0">
              <a:buNone/>
              <a:defRPr sz="2300" baseline="0">
                <a:latin typeface="Trebuchet MS" pitchFamily="34" charset="0"/>
              </a:defRPr>
            </a:lvl1pPr>
            <a:lvl2pPr marL="1218674" indent="-468721">
              <a:defRPr sz="2100">
                <a:latin typeface="Trebuchet MS" pitchFamily="34" charset="0"/>
              </a:defRPr>
            </a:lvl2pPr>
            <a:lvl3pPr marL="1687395" indent="-468721">
              <a:defRPr sz="2100">
                <a:latin typeface="Trebuchet MS" pitchFamily="34" charset="0"/>
              </a:defRPr>
            </a:lvl3pPr>
            <a:lvl4pPr marL="2202988" indent="-515593">
              <a:defRPr sz="2100">
                <a:latin typeface="Trebuchet MS" pitchFamily="34" charset="0"/>
              </a:defRPr>
            </a:lvl4pPr>
            <a:lvl5pPr marL="2577965" indent="-374977">
              <a:defRPr sz="2100">
                <a:latin typeface="Trebuchet MS" pitchFamily="34" charset="0"/>
              </a:defRPr>
            </a:lvl5pPr>
          </a:lstStyle>
          <a:p>
            <a:pPr lvl="0"/>
            <a:r>
              <a:rPr lang="en-US" dirty="0" smtClean="0"/>
              <a:t>TEXT PLACEHOLDER</a:t>
            </a:r>
            <a:endParaRPr lang="en-US" dirty="0"/>
          </a:p>
        </p:txBody>
      </p:sp>
      <p:sp>
        <p:nvSpPr>
          <p:cNvPr id="127" name="Text Placeholder 3"/>
          <p:cNvSpPr>
            <a:spLocks noGrp="1"/>
          </p:cNvSpPr>
          <p:nvPr>
            <p:ph type="body" sz="quarter" idx="155" hasCustomPrompt="1"/>
          </p:nvPr>
        </p:nvSpPr>
        <p:spPr>
          <a:xfrm>
            <a:off x="-12930895" y="21562343"/>
            <a:ext cx="8243430" cy="732057"/>
          </a:xfrm>
          <a:prstGeom prst="rect">
            <a:avLst/>
          </a:prstGeom>
        </p:spPr>
        <p:txBody>
          <a:bodyPr wrap="square" lIns="187489" tIns="187489" rIns="187489" bIns="187489">
            <a:spAutoFit/>
          </a:bodyPr>
          <a:lstStyle>
            <a:lvl1pPr marL="0" indent="0">
              <a:buNone/>
              <a:defRPr sz="2300" baseline="0">
                <a:latin typeface="Trebuchet MS" pitchFamily="34" charset="0"/>
              </a:defRPr>
            </a:lvl1pPr>
            <a:lvl2pPr marL="1218674" indent="-468721">
              <a:defRPr sz="2100">
                <a:latin typeface="Trebuchet MS" pitchFamily="34" charset="0"/>
              </a:defRPr>
            </a:lvl2pPr>
            <a:lvl3pPr marL="1687395" indent="-468721">
              <a:defRPr sz="2100">
                <a:latin typeface="Trebuchet MS" pitchFamily="34" charset="0"/>
              </a:defRPr>
            </a:lvl3pPr>
            <a:lvl4pPr marL="2202988" indent="-515593">
              <a:defRPr sz="2100">
                <a:latin typeface="Trebuchet MS" pitchFamily="34" charset="0"/>
              </a:defRPr>
            </a:lvl4pPr>
            <a:lvl5pPr marL="2577965" indent="-374977">
              <a:defRPr sz="2100">
                <a:latin typeface="Trebuchet MS" pitchFamily="34" charset="0"/>
              </a:defRPr>
            </a:lvl5pPr>
          </a:lstStyle>
          <a:p>
            <a:pPr lvl="0"/>
            <a:r>
              <a:rPr lang="en-US" dirty="0" smtClean="0"/>
              <a:t>TEXT PLACEHOLDER</a:t>
            </a:r>
            <a:endParaRPr lang="en-US" dirty="0"/>
          </a:p>
        </p:txBody>
      </p:sp>
      <p:sp>
        <p:nvSpPr>
          <p:cNvPr id="128" name="Text Placeholder 3"/>
          <p:cNvSpPr>
            <a:spLocks noGrp="1"/>
          </p:cNvSpPr>
          <p:nvPr>
            <p:ph type="body" sz="quarter" idx="156" hasCustomPrompt="1"/>
          </p:nvPr>
        </p:nvSpPr>
        <p:spPr>
          <a:xfrm>
            <a:off x="-12930895" y="21562343"/>
            <a:ext cx="8243430" cy="732057"/>
          </a:xfrm>
          <a:prstGeom prst="rect">
            <a:avLst/>
          </a:prstGeom>
        </p:spPr>
        <p:txBody>
          <a:bodyPr wrap="square" lIns="187489" tIns="187489" rIns="187489" bIns="187489">
            <a:spAutoFit/>
          </a:bodyPr>
          <a:lstStyle>
            <a:lvl1pPr marL="0" indent="0">
              <a:buNone/>
              <a:defRPr sz="2300" baseline="0">
                <a:latin typeface="Trebuchet MS" pitchFamily="34" charset="0"/>
              </a:defRPr>
            </a:lvl1pPr>
            <a:lvl2pPr marL="1218674" indent="-468721">
              <a:defRPr sz="2100">
                <a:latin typeface="Trebuchet MS" pitchFamily="34" charset="0"/>
              </a:defRPr>
            </a:lvl2pPr>
            <a:lvl3pPr marL="1687395" indent="-468721">
              <a:defRPr sz="2100">
                <a:latin typeface="Trebuchet MS" pitchFamily="34" charset="0"/>
              </a:defRPr>
            </a:lvl3pPr>
            <a:lvl4pPr marL="2202988" indent="-515593">
              <a:defRPr sz="2100">
                <a:latin typeface="Trebuchet MS" pitchFamily="34" charset="0"/>
              </a:defRPr>
            </a:lvl4pPr>
            <a:lvl5pPr marL="2577965" indent="-374977">
              <a:defRPr sz="2100">
                <a:latin typeface="Trebuchet MS" pitchFamily="34" charset="0"/>
              </a:defRPr>
            </a:lvl5pPr>
          </a:lstStyle>
          <a:p>
            <a:pPr lvl="0"/>
            <a:r>
              <a:rPr lang="en-US" dirty="0" smtClean="0"/>
              <a:t>TEXT PLACEHOLDER</a:t>
            </a:r>
            <a:endParaRPr lang="en-US" dirty="0"/>
          </a:p>
        </p:txBody>
      </p:sp>
      <p:sp>
        <p:nvSpPr>
          <p:cNvPr id="129" name="Text Placeholder 3"/>
          <p:cNvSpPr>
            <a:spLocks noGrp="1"/>
          </p:cNvSpPr>
          <p:nvPr>
            <p:ph type="body" sz="quarter" idx="157" hasCustomPrompt="1"/>
          </p:nvPr>
        </p:nvSpPr>
        <p:spPr>
          <a:xfrm>
            <a:off x="-12930895" y="21562343"/>
            <a:ext cx="8243430" cy="732057"/>
          </a:xfrm>
          <a:prstGeom prst="rect">
            <a:avLst/>
          </a:prstGeom>
        </p:spPr>
        <p:txBody>
          <a:bodyPr wrap="square" lIns="187489" tIns="187489" rIns="187489" bIns="187489">
            <a:spAutoFit/>
          </a:bodyPr>
          <a:lstStyle>
            <a:lvl1pPr marL="0" indent="0">
              <a:buNone/>
              <a:defRPr sz="2300" baseline="0">
                <a:latin typeface="Trebuchet MS" pitchFamily="34" charset="0"/>
              </a:defRPr>
            </a:lvl1pPr>
            <a:lvl2pPr marL="1218674" indent="-468721">
              <a:defRPr sz="2100">
                <a:latin typeface="Trebuchet MS" pitchFamily="34" charset="0"/>
              </a:defRPr>
            </a:lvl2pPr>
            <a:lvl3pPr marL="1687395" indent="-468721">
              <a:defRPr sz="2100">
                <a:latin typeface="Trebuchet MS" pitchFamily="34" charset="0"/>
              </a:defRPr>
            </a:lvl3pPr>
            <a:lvl4pPr marL="2202988" indent="-515593">
              <a:defRPr sz="2100">
                <a:latin typeface="Trebuchet MS" pitchFamily="34" charset="0"/>
              </a:defRPr>
            </a:lvl4pPr>
            <a:lvl5pPr marL="2577965" indent="-374977">
              <a:defRPr sz="2100">
                <a:latin typeface="Trebuchet MS" pitchFamily="34" charset="0"/>
              </a:defRPr>
            </a:lvl5pPr>
          </a:lstStyle>
          <a:p>
            <a:pPr lvl="0"/>
            <a:r>
              <a:rPr lang="en-US" dirty="0" smtClean="0"/>
              <a:t>TEXT PLACEHOLDER</a:t>
            </a:r>
            <a:endParaRPr lang="en-US" dirty="0"/>
          </a:p>
        </p:txBody>
      </p:sp>
      <p:sp>
        <p:nvSpPr>
          <p:cNvPr id="130" name="Text Placeholder 3"/>
          <p:cNvSpPr>
            <a:spLocks noGrp="1"/>
          </p:cNvSpPr>
          <p:nvPr>
            <p:ph type="body" sz="quarter" idx="158" hasCustomPrompt="1"/>
          </p:nvPr>
        </p:nvSpPr>
        <p:spPr>
          <a:xfrm>
            <a:off x="-12930895" y="21562343"/>
            <a:ext cx="8243430" cy="732057"/>
          </a:xfrm>
          <a:prstGeom prst="rect">
            <a:avLst/>
          </a:prstGeom>
        </p:spPr>
        <p:txBody>
          <a:bodyPr wrap="square" lIns="187489" tIns="187489" rIns="187489" bIns="187489">
            <a:spAutoFit/>
          </a:bodyPr>
          <a:lstStyle>
            <a:lvl1pPr marL="0" indent="0">
              <a:buNone/>
              <a:defRPr sz="2300" baseline="0">
                <a:latin typeface="Trebuchet MS" pitchFamily="34" charset="0"/>
              </a:defRPr>
            </a:lvl1pPr>
            <a:lvl2pPr marL="1218674" indent="-468721">
              <a:defRPr sz="2100">
                <a:latin typeface="Trebuchet MS" pitchFamily="34" charset="0"/>
              </a:defRPr>
            </a:lvl2pPr>
            <a:lvl3pPr marL="1687395" indent="-468721">
              <a:defRPr sz="2100">
                <a:latin typeface="Trebuchet MS" pitchFamily="34" charset="0"/>
              </a:defRPr>
            </a:lvl3pPr>
            <a:lvl4pPr marL="2202988" indent="-515593">
              <a:defRPr sz="2100">
                <a:latin typeface="Trebuchet MS" pitchFamily="34" charset="0"/>
              </a:defRPr>
            </a:lvl4pPr>
            <a:lvl5pPr marL="2577965" indent="-374977">
              <a:defRPr sz="2100">
                <a:latin typeface="Trebuchet MS" pitchFamily="34" charset="0"/>
              </a:defRPr>
            </a:lvl5pPr>
          </a:lstStyle>
          <a:p>
            <a:pPr lvl="0"/>
            <a:r>
              <a:rPr lang="en-US" dirty="0" smtClean="0"/>
              <a:t>TEXT PLACEHOLDER</a:t>
            </a:r>
            <a:endParaRPr lang="en-US" dirty="0"/>
          </a:p>
        </p:txBody>
      </p:sp>
      <p:sp>
        <p:nvSpPr>
          <p:cNvPr id="131" name="Text Placeholder 3"/>
          <p:cNvSpPr>
            <a:spLocks noGrp="1"/>
          </p:cNvSpPr>
          <p:nvPr>
            <p:ph type="body" sz="quarter" idx="159" hasCustomPrompt="1"/>
          </p:nvPr>
        </p:nvSpPr>
        <p:spPr>
          <a:xfrm>
            <a:off x="-12930895" y="21562343"/>
            <a:ext cx="8243430" cy="732057"/>
          </a:xfrm>
          <a:prstGeom prst="rect">
            <a:avLst/>
          </a:prstGeom>
        </p:spPr>
        <p:txBody>
          <a:bodyPr wrap="square" lIns="187489" tIns="187489" rIns="187489" bIns="187489">
            <a:spAutoFit/>
          </a:bodyPr>
          <a:lstStyle>
            <a:lvl1pPr marL="0" indent="0">
              <a:buNone/>
              <a:defRPr sz="2300" baseline="0">
                <a:latin typeface="Trebuchet MS" pitchFamily="34" charset="0"/>
              </a:defRPr>
            </a:lvl1pPr>
            <a:lvl2pPr marL="1218674" indent="-468721">
              <a:defRPr sz="2100">
                <a:latin typeface="Trebuchet MS" pitchFamily="34" charset="0"/>
              </a:defRPr>
            </a:lvl2pPr>
            <a:lvl3pPr marL="1687395" indent="-468721">
              <a:defRPr sz="2100">
                <a:latin typeface="Trebuchet MS" pitchFamily="34" charset="0"/>
              </a:defRPr>
            </a:lvl3pPr>
            <a:lvl4pPr marL="2202988" indent="-515593">
              <a:defRPr sz="2100">
                <a:latin typeface="Trebuchet MS" pitchFamily="34" charset="0"/>
              </a:defRPr>
            </a:lvl4pPr>
            <a:lvl5pPr marL="2577965" indent="-374977">
              <a:defRPr sz="2100">
                <a:latin typeface="Trebuchet MS" pitchFamily="34" charset="0"/>
              </a:defRPr>
            </a:lvl5pPr>
          </a:lstStyle>
          <a:p>
            <a:pPr lvl="0"/>
            <a:r>
              <a:rPr lang="en-US" dirty="0" smtClean="0"/>
              <a:t>TEXT PLACEHOLDER</a:t>
            </a:r>
            <a:endParaRPr lang="en-US" dirty="0"/>
          </a:p>
        </p:txBody>
      </p:sp>
      <p:sp>
        <p:nvSpPr>
          <p:cNvPr id="132" name="Text Placeholder 3"/>
          <p:cNvSpPr>
            <a:spLocks noGrp="1"/>
          </p:cNvSpPr>
          <p:nvPr>
            <p:ph type="body" sz="quarter" idx="160" hasCustomPrompt="1"/>
          </p:nvPr>
        </p:nvSpPr>
        <p:spPr>
          <a:xfrm>
            <a:off x="-12930895" y="21562343"/>
            <a:ext cx="8243430" cy="732057"/>
          </a:xfrm>
          <a:prstGeom prst="rect">
            <a:avLst/>
          </a:prstGeom>
        </p:spPr>
        <p:txBody>
          <a:bodyPr wrap="square" lIns="187489" tIns="187489" rIns="187489" bIns="187489">
            <a:spAutoFit/>
          </a:bodyPr>
          <a:lstStyle>
            <a:lvl1pPr marL="0" indent="0">
              <a:buNone/>
              <a:defRPr sz="2300" baseline="0">
                <a:latin typeface="Trebuchet MS" pitchFamily="34" charset="0"/>
              </a:defRPr>
            </a:lvl1pPr>
            <a:lvl2pPr marL="1218674" indent="-468721">
              <a:defRPr sz="2100">
                <a:latin typeface="Trebuchet MS" pitchFamily="34" charset="0"/>
              </a:defRPr>
            </a:lvl2pPr>
            <a:lvl3pPr marL="1687395" indent="-468721">
              <a:defRPr sz="2100">
                <a:latin typeface="Trebuchet MS" pitchFamily="34" charset="0"/>
              </a:defRPr>
            </a:lvl3pPr>
            <a:lvl4pPr marL="2202988" indent="-515593">
              <a:defRPr sz="2100">
                <a:latin typeface="Trebuchet MS" pitchFamily="34" charset="0"/>
              </a:defRPr>
            </a:lvl4pPr>
            <a:lvl5pPr marL="2577965" indent="-374977">
              <a:defRPr sz="2100">
                <a:latin typeface="Trebuchet MS" pitchFamily="34" charset="0"/>
              </a:defRPr>
            </a:lvl5pPr>
          </a:lstStyle>
          <a:p>
            <a:pPr lvl="0"/>
            <a:r>
              <a:rPr lang="en-US" dirty="0" smtClean="0"/>
              <a:t>TEXT PLACEHOLDER</a:t>
            </a:r>
            <a:endParaRPr lang="en-US" dirty="0"/>
          </a:p>
        </p:txBody>
      </p:sp>
      <p:sp>
        <p:nvSpPr>
          <p:cNvPr id="133" name="Text Placeholder 3"/>
          <p:cNvSpPr>
            <a:spLocks noGrp="1"/>
          </p:cNvSpPr>
          <p:nvPr>
            <p:ph type="body" sz="quarter" idx="161" hasCustomPrompt="1"/>
          </p:nvPr>
        </p:nvSpPr>
        <p:spPr>
          <a:xfrm>
            <a:off x="-12930895" y="21562343"/>
            <a:ext cx="8243430" cy="732057"/>
          </a:xfrm>
          <a:prstGeom prst="rect">
            <a:avLst/>
          </a:prstGeom>
        </p:spPr>
        <p:txBody>
          <a:bodyPr wrap="square" lIns="187489" tIns="187489" rIns="187489" bIns="187489">
            <a:spAutoFit/>
          </a:bodyPr>
          <a:lstStyle>
            <a:lvl1pPr marL="0" indent="0">
              <a:buNone/>
              <a:defRPr sz="2300" baseline="0">
                <a:latin typeface="Trebuchet MS" pitchFamily="34" charset="0"/>
              </a:defRPr>
            </a:lvl1pPr>
            <a:lvl2pPr marL="1218674" indent="-468721">
              <a:defRPr sz="2100">
                <a:latin typeface="Trebuchet MS" pitchFamily="34" charset="0"/>
              </a:defRPr>
            </a:lvl2pPr>
            <a:lvl3pPr marL="1687395" indent="-468721">
              <a:defRPr sz="2100">
                <a:latin typeface="Trebuchet MS" pitchFamily="34" charset="0"/>
              </a:defRPr>
            </a:lvl3pPr>
            <a:lvl4pPr marL="2202988" indent="-515593">
              <a:defRPr sz="2100">
                <a:latin typeface="Trebuchet MS" pitchFamily="34" charset="0"/>
              </a:defRPr>
            </a:lvl4pPr>
            <a:lvl5pPr marL="2577965" indent="-374977">
              <a:defRPr sz="2100">
                <a:latin typeface="Trebuchet MS" pitchFamily="34" charset="0"/>
              </a:defRPr>
            </a:lvl5pPr>
          </a:lstStyle>
          <a:p>
            <a:pPr lvl="0"/>
            <a:r>
              <a:rPr lang="en-US" dirty="0" smtClean="0"/>
              <a:t>TEXT PLACEHOLDER</a:t>
            </a:r>
            <a:endParaRPr lang="en-US" dirty="0"/>
          </a:p>
        </p:txBody>
      </p:sp>
      <p:sp>
        <p:nvSpPr>
          <p:cNvPr id="134" name="Text Placeholder 3"/>
          <p:cNvSpPr>
            <a:spLocks noGrp="1"/>
          </p:cNvSpPr>
          <p:nvPr>
            <p:ph type="body" sz="quarter" idx="162" hasCustomPrompt="1"/>
          </p:nvPr>
        </p:nvSpPr>
        <p:spPr>
          <a:xfrm>
            <a:off x="-12930895" y="21562343"/>
            <a:ext cx="8243430" cy="732057"/>
          </a:xfrm>
          <a:prstGeom prst="rect">
            <a:avLst/>
          </a:prstGeom>
        </p:spPr>
        <p:txBody>
          <a:bodyPr wrap="square" lIns="187489" tIns="187489" rIns="187489" bIns="187489">
            <a:spAutoFit/>
          </a:bodyPr>
          <a:lstStyle>
            <a:lvl1pPr marL="0" indent="0">
              <a:buNone/>
              <a:defRPr sz="2300" baseline="0">
                <a:latin typeface="Trebuchet MS" pitchFamily="34" charset="0"/>
              </a:defRPr>
            </a:lvl1pPr>
            <a:lvl2pPr marL="1218674" indent="-468721">
              <a:defRPr sz="2100">
                <a:latin typeface="Trebuchet MS" pitchFamily="34" charset="0"/>
              </a:defRPr>
            </a:lvl2pPr>
            <a:lvl3pPr marL="1687395" indent="-468721">
              <a:defRPr sz="2100">
                <a:latin typeface="Trebuchet MS" pitchFamily="34" charset="0"/>
              </a:defRPr>
            </a:lvl3pPr>
            <a:lvl4pPr marL="2202988" indent="-515593">
              <a:defRPr sz="2100">
                <a:latin typeface="Trebuchet MS" pitchFamily="34" charset="0"/>
              </a:defRPr>
            </a:lvl4pPr>
            <a:lvl5pPr marL="2577965" indent="-374977">
              <a:defRPr sz="2100">
                <a:latin typeface="Trebuchet MS" pitchFamily="34" charset="0"/>
              </a:defRPr>
            </a:lvl5pPr>
          </a:lstStyle>
          <a:p>
            <a:pPr lvl="0"/>
            <a:r>
              <a:rPr lang="en-US" dirty="0" smtClean="0"/>
              <a:t>TEXT PLACEHOLDER</a:t>
            </a:r>
            <a:endParaRPr lang="en-US" dirty="0"/>
          </a:p>
        </p:txBody>
      </p:sp>
      <p:sp>
        <p:nvSpPr>
          <p:cNvPr id="135" name="Text Placeholder 5"/>
          <p:cNvSpPr>
            <a:spLocks noGrp="1"/>
          </p:cNvSpPr>
          <p:nvPr>
            <p:ph type="body" sz="quarter" idx="163" hasCustomPrompt="1"/>
          </p:nvPr>
        </p:nvSpPr>
        <p:spPr>
          <a:xfrm>
            <a:off x="-12930895" y="17240256"/>
            <a:ext cx="8243430" cy="618471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 wrap="square" lIns="74996" tIns="74996" rIns="74996" bIns="74996" anchor="ctr" anchorCtr="0">
            <a:spAutoFit/>
          </a:bodyPr>
          <a:lstStyle>
            <a:lvl1pPr algn="ctr">
              <a:buNone/>
              <a:defRPr sz="30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smtClean="0"/>
              <a:t>SECTION HEADER PLACEHOLDER</a:t>
            </a:r>
            <a:endParaRPr lang="en-US" dirty="0"/>
          </a:p>
        </p:txBody>
      </p:sp>
      <p:sp>
        <p:nvSpPr>
          <p:cNvPr id="136" name="Text Placeholder 5"/>
          <p:cNvSpPr>
            <a:spLocks noGrp="1"/>
          </p:cNvSpPr>
          <p:nvPr>
            <p:ph type="body" sz="quarter" idx="164" hasCustomPrompt="1"/>
          </p:nvPr>
        </p:nvSpPr>
        <p:spPr>
          <a:xfrm>
            <a:off x="-12930895" y="17240256"/>
            <a:ext cx="8243430" cy="618471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 wrap="square" lIns="74996" tIns="74996" rIns="74996" bIns="74996" anchor="ctr" anchorCtr="0">
            <a:spAutoFit/>
          </a:bodyPr>
          <a:lstStyle>
            <a:lvl1pPr algn="ctr">
              <a:buNone/>
              <a:defRPr sz="30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smtClean="0"/>
              <a:t>SECTION HEADER PLACEHOLDER</a:t>
            </a:r>
            <a:endParaRPr lang="en-US" dirty="0"/>
          </a:p>
        </p:txBody>
      </p:sp>
      <p:sp>
        <p:nvSpPr>
          <p:cNvPr id="137" name="Text Placeholder 5"/>
          <p:cNvSpPr>
            <a:spLocks noGrp="1"/>
          </p:cNvSpPr>
          <p:nvPr>
            <p:ph type="body" sz="quarter" idx="165" hasCustomPrompt="1"/>
          </p:nvPr>
        </p:nvSpPr>
        <p:spPr>
          <a:xfrm>
            <a:off x="-12930895" y="17240256"/>
            <a:ext cx="8243430" cy="618471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 wrap="square" lIns="74996" tIns="74996" rIns="74996" bIns="74996" anchor="ctr" anchorCtr="0">
            <a:spAutoFit/>
          </a:bodyPr>
          <a:lstStyle>
            <a:lvl1pPr algn="ctr">
              <a:buNone/>
              <a:defRPr sz="30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smtClean="0"/>
              <a:t>SECTION HEADER PLACEHOLDER</a:t>
            </a:r>
            <a:endParaRPr lang="en-US" dirty="0"/>
          </a:p>
        </p:txBody>
      </p:sp>
      <p:sp>
        <p:nvSpPr>
          <p:cNvPr id="138" name="Text Placeholder 5"/>
          <p:cNvSpPr>
            <a:spLocks noGrp="1"/>
          </p:cNvSpPr>
          <p:nvPr>
            <p:ph type="body" sz="quarter" idx="166" hasCustomPrompt="1"/>
          </p:nvPr>
        </p:nvSpPr>
        <p:spPr>
          <a:xfrm>
            <a:off x="-12930895" y="17240256"/>
            <a:ext cx="8243430" cy="618471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 wrap="square" lIns="74996" tIns="74996" rIns="74996" bIns="74996" anchor="ctr" anchorCtr="0">
            <a:spAutoFit/>
          </a:bodyPr>
          <a:lstStyle>
            <a:lvl1pPr algn="ctr">
              <a:buNone/>
              <a:defRPr sz="30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smtClean="0"/>
              <a:t>SECTION HEADER PLACEHOLDER</a:t>
            </a:r>
            <a:endParaRPr lang="en-US" dirty="0"/>
          </a:p>
        </p:txBody>
      </p:sp>
      <p:sp>
        <p:nvSpPr>
          <p:cNvPr id="139" name="Text Placeholder 5"/>
          <p:cNvSpPr>
            <a:spLocks noGrp="1"/>
          </p:cNvSpPr>
          <p:nvPr>
            <p:ph type="body" sz="quarter" idx="167" hasCustomPrompt="1"/>
          </p:nvPr>
        </p:nvSpPr>
        <p:spPr>
          <a:xfrm>
            <a:off x="-12930895" y="17240256"/>
            <a:ext cx="8243430" cy="618471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 wrap="square" lIns="74996" tIns="74996" rIns="74996" bIns="74996" anchor="ctr" anchorCtr="0">
            <a:spAutoFit/>
          </a:bodyPr>
          <a:lstStyle>
            <a:lvl1pPr algn="ctr">
              <a:buNone/>
              <a:defRPr sz="30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smtClean="0"/>
              <a:t>SECTION HEADER PLACEHOLDER</a:t>
            </a:r>
            <a:endParaRPr lang="en-US" dirty="0"/>
          </a:p>
        </p:txBody>
      </p:sp>
      <p:sp>
        <p:nvSpPr>
          <p:cNvPr id="140" name="Text Placeholder 5"/>
          <p:cNvSpPr>
            <a:spLocks noGrp="1"/>
          </p:cNvSpPr>
          <p:nvPr>
            <p:ph type="body" sz="quarter" idx="168" hasCustomPrompt="1"/>
          </p:nvPr>
        </p:nvSpPr>
        <p:spPr>
          <a:xfrm>
            <a:off x="-12930895" y="17240256"/>
            <a:ext cx="8243430" cy="618471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 wrap="square" lIns="74996" tIns="74996" rIns="74996" bIns="74996" anchor="ctr" anchorCtr="0">
            <a:spAutoFit/>
          </a:bodyPr>
          <a:lstStyle>
            <a:lvl1pPr algn="ctr">
              <a:buNone/>
              <a:defRPr sz="30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smtClean="0"/>
              <a:t>SECTION HEADER PLACEHOLDER</a:t>
            </a:r>
            <a:endParaRPr lang="en-US" dirty="0"/>
          </a:p>
        </p:txBody>
      </p:sp>
      <p:sp>
        <p:nvSpPr>
          <p:cNvPr id="141" name="Text Placeholder 5"/>
          <p:cNvSpPr>
            <a:spLocks noGrp="1"/>
          </p:cNvSpPr>
          <p:nvPr>
            <p:ph type="body" sz="quarter" idx="169" hasCustomPrompt="1"/>
          </p:nvPr>
        </p:nvSpPr>
        <p:spPr>
          <a:xfrm>
            <a:off x="-12930895" y="17240256"/>
            <a:ext cx="8243430" cy="618471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 wrap="square" lIns="74996" tIns="74996" rIns="74996" bIns="74996" anchor="ctr" anchorCtr="0">
            <a:spAutoFit/>
          </a:bodyPr>
          <a:lstStyle>
            <a:lvl1pPr algn="ctr">
              <a:buNone/>
              <a:defRPr sz="30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smtClean="0"/>
              <a:t>SECTION HEADER PLACEHOLDER</a:t>
            </a:r>
            <a:endParaRPr lang="en-US" dirty="0"/>
          </a:p>
        </p:txBody>
      </p:sp>
      <p:sp>
        <p:nvSpPr>
          <p:cNvPr id="142" name="Text Placeholder 5"/>
          <p:cNvSpPr>
            <a:spLocks noGrp="1"/>
          </p:cNvSpPr>
          <p:nvPr>
            <p:ph type="body" sz="quarter" idx="170" hasCustomPrompt="1"/>
          </p:nvPr>
        </p:nvSpPr>
        <p:spPr>
          <a:xfrm>
            <a:off x="-12930895" y="17240256"/>
            <a:ext cx="8243430" cy="618471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 wrap="square" lIns="74996" tIns="74996" rIns="74996" bIns="74996" anchor="ctr" anchorCtr="0">
            <a:spAutoFit/>
          </a:bodyPr>
          <a:lstStyle>
            <a:lvl1pPr algn="ctr">
              <a:buNone/>
              <a:defRPr sz="30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smtClean="0"/>
              <a:t>SECTION HEADER PLACEHOLDER</a:t>
            </a:r>
            <a:endParaRPr lang="en-US" dirty="0"/>
          </a:p>
        </p:txBody>
      </p:sp>
      <p:sp>
        <p:nvSpPr>
          <p:cNvPr id="143" name="Text Placeholder 5"/>
          <p:cNvSpPr>
            <a:spLocks noGrp="1"/>
          </p:cNvSpPr>
          <p:nvPr>
            <p:ph type="body" sz="quarter" idx="171" hasCustomPrompt="1"/>
          </p:nvPr>
        </p:nvSpPr>
        <p:spPr>
          <a:xfrm>
            <a:off x="-12930895" y="17240256"/>
            <a:ext cx="8243430" cy="618471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 wrap="square" lIns="74996" tIns="74996" rIns="74996" bIns="74996" anchor="ctr" anchorCtr="0">
            <a:spAutoFit/>
          </a:bodyPr>
          <a:lstStyle>
            <a:lvl1pPr algn="ctr">
              <a:buNone/>
              <a:defRPr sz="30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smtClean="0"/>
              <a:t>SECTION HEADER PLACEHOLDER</a:t>
            </a:r>
            <a:endParaRPr lang="en-US" dirty="0"/>
          </a:p>
        </p:txBody>
      </p:sp>
      <p:sp>
        <p:nvSpPr>
          <p:cNvPr id="144" name="Text Placeholder 5"/>
          <p:cNvSpPr>
            <a:spLocks noGrp="1"/>
          </p:cNvSpPr>
          <p:nvPr>
            <p:ph type="body" sz="quarter" idx="172" hasCustomPrompt="1"/>
          </p:nvPr>
        </p:nvSpPr>
        <p:spPr>
          <a:xfrm>
            <a:off x="-12930895" y="17240256"/>
            <a:ext cx="8243430" cy="618471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 wrap="square" lIns="74996" tIns="74996" rIns="74996" bIns="74996" anchor="ctr" anchorCtr="0">
            <a:spAutoFit/>
          </a:bodyPr>
          <a:lstStyle>
            <a:lvl1pPr algn="ctr">
              <a:buNone/>
              <a:defRPr sz="30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smtClean="0"/>
              <a:t>SECTION HEADER PLACEHOLDER</a:t>
            </a:r>
            <a:endParaRPr lang="en-US" dirty="0"/>
          </a:p>
        </p:txBody>
      </p:sp>
      <p:sp>
        <p:nvSpPr>
          <p:cNvPr id="145" name="Text Placeholder 5"/>
          <p:cNvSpPr>
            <a:spLocks noGrp="1"/>
          </p:cNvSpPr>
          <p:nvPr>
            <p:ph type="body" sz="quarter" idx="173" hasCustomPrompt="1"/>
          </p:nvPr>
        </p:nvSpPr>
        <p:spPr>
          <a:xfrm>
            <a:off x="-12930895" y="17240256"/>
            <a:ext cx="8243430" cy="618471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 wrap="square" lIns="74996" tIns="74996" rIns="74996" bIns="74996" anchor="ctr" anchorCtr="0">
            <a:spAutoFit/>
          </a:bodyPr>
          <a:lstStyle>
            <a:lvl1pPr algn="ctr">
              <a:buNone/>
              <a:defRPr sz="30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smtClean="0"/>
              <a:t>SECTION HEADER PLACEHOLDER</a:t>
            </a:r>
            <a:endParaRPr lang="en-US" dirty="0"/>
          </a:p>
        </p:txBody>
      </p:sp>
      <p:sp>
        <p:nvSpPr>
          <p:cNvPr id="146" name="Text Placeholder 5"/>
          <p:cNvSpPr>
            <a:spLocks noGrp="1"/>
          </p:cNvSpPr>
          <p:nvPr>
            <p:ph type="body" sz="quarter" idx="174" hasCustomPrompt="1"/>
          </p:nvPr>
        </p:nvSpPr>
        <p:spPr>
          <a:xfrm>
            <a:off x="-12930895" y="17240256"/>
            <a:ext cx="8243430" cy="618471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 wrap="square" lIns="74996" tIns="74996" rIns="74996" bIns="74996" anchor="ctr" anchorCtr="0">
            <a:spAutoFit/>
          </a:bodyPr>
          <a:lstStyle>
            <a:lvl1pPr algn="ctr">
              <a:buNone/>
              <a:defRPr sz="30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smtClean="0"/>
              <a:t>SECTION HEADER PLACEHOLDER</a:t>
            </a:r>
            <a:endParaRPr lang="en-US" dirty="0"/>
          </a:p>
        </p:txBody>
      </p:sp>
      <p:sp>
        <p:nvSpPr>
          <p:cNvPr id="147" name="Text Placeholder 5"/>
          <p:cNvSpPr>
            <a:spLocks noGrp="1"/>
          </p:cNvSpPr>
          <p:nvPr>
            <p:ph type="body" sz="quarter" idx="175" hasCustomPrompt="1"/>
          </p:nvPr>
        </p:nvSpPr>
        <p:spPr>
          <a:xfrm>
            <a:off x="-12930895" y="17240256"/>
            <a:ext cx="8243430" cy="618471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 wrap="square" lIns="74996" tIns="74996" rIns="74996" bIns="74996" anchor="ctr" anchorCtr="0">
            <a:spAutoFit/>
          </a:bodyPr>
          <a:lstStyle>
            <a:lvl1pPr algn="ctr">
              <a:buNone/>
              <a:defRPr sz="30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smtClean="0"/>
              <a:t>SECTION HEADER PLACEHOLDER</a:t>
            </a:r>
            <a:endParaRPr lang="en-US" dirty="0"/>
          </a:p>
        </p:txBody>
      </p:sp>
      <p:sp>
        <p:nvSpPr>
          <p:cNvPr id="148" name="Text Placeholder 5"/>
          <p:cNvSpPr>
            <a:spLocks noGrp="1"/>
          </p:cNvSpPr>
          <p:nvPr>
            <p:ph type="body" sz="quarter" idx="176" hasCustomPrompt="1"/>
          </p:nvPr>
        </p:nvSpPr>
        <p:spPr>
          <a:xfrm>
            <a:off x="-12930895" y="17240256"/>
            <a:ext cx="8243430" cy="618471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 wrap="square" lIns="74996" tIns="74996" rIns="74996" bIns="74996" anchor="ctr" anchorCtr="0">
            <a:spAutoFit/>
          </a:bodyPr>
          <a:lstStyle>
            <a:lvl1pPr algn="ctr">
              <a:buNone/>
              <a:defRPr sz="30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smtClean="0"/>
              <a:t>SECTION HEADER PLACEHOLDER</a:t>
            </a:r>
            <a:endParaRPr lang="en-US" dirty="0"/>
          </a:p>
        </p:txBody>
      </p:sp>
      <p:sp>
        <p:nvSpPr>
          <p:cNvPr id="149" name="Text Placeholder 5"/>
          <p:cNvSpPr>
            <a:spLocks noGrp="1"/>
          </p:cNvSpPr>
          <p:nvPr>
            <p:ph type="body" sz="quarter" idx="177" hasCustomPrompt="1"/>
          </p:nvPr>
        </p:nvSpPr>
        <p:spPr>
          <a:xfrm>
            <a:off x="-12930895" y="17240256"/>
            <a:ext cx="8243430" cy="618471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 wrap="square" lIns="74996" tIns="74996" rIns="74996" bIns="74996" anchor="ctr" anchorCtr="0">
            <a:spAutoFit/>
          </a:bodyPr>
          <a:lstStyle>
            <a:lvl1pPr algn="ctr">
              <a:buNone/>
              <a:defRPr sz="30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smtClean="0"/>
              <a:t>SECTION HEADER PLACEHOLDER</a:t>
            </a:r>
            <a:endParaRPr lang="en-US" dirty="0"/>
          </a:p>
        </p:txBody>
      </p:sp>
      <p:sp>
        <p:nvSpPr>
          <p:cNvPr id="150" name="Picture Placeholder 13"/>
          <p:cNvSpPr>
            <a:spLocks noGrp="1"/>
          </p:cNvSpPr>
          <p:nvPr>
            <p:ph type="pic" sz="quarter" idx="115" hasCustomPrompt="1"/>
          </p:nvPr>
        </p:nvSpPr>
        <p:spPr>
          <a:xfrm>
            <a:off x="-12570736" y="26906054"/>
            <a:ext cx="7141603" cy="5826898"/>
          </a:xfrm>
          <a:prstGeom prst="rect">
            <a:avLst/>
          </a:prstGeom>
          <a:solidFill>
            <a:schemeClr val="bg2"/>
          </a:solidFill>
          <a:ln>
            <a:solidFill>
              <a:schemeClr val="tx2"/>
            </a:solidFill>
          </a:ln>
          <a:effectLst/>
        </p:spPr>
        <p:txBody>
          <a:bodyPr lIns="74996" tIns="37497" rIns="74996" bIns="37497" anchor="ctr"/>
          <a:lstStyle>
            <a:lvl1pPr marL="0" indent="0" algn="ctr">
              <a:buNone/>
              <a:defRPr sz="3300" b="0" baseline="0">
                <a:solidFill>
                  <a:schemeClr val="tx2"/>
                </a:solidFill>
              </a:defRPr>
            </a:lvl1pPr>
          </a:lstStyle>
          <a:p>
            <a:r>
              <a:rPr lang="en-US" dirty="0" smtClean="0"/>
              <a:t>PICTURE PLACEHOLDER</a:t>
            </a:r>
            <a:endParaRPr lang="en-US" dirty="0"/>
          </a:p>
        </p:txBody>
      </p:sp>
      <p:sp>
        <p:nvSpPr>
          <p:cNvPr id="151" name="Picture Placeholder 13"/>
          <p:cNvSpPr>
            <a:spLocks noGrp="1"/>
          </p:cNvSpPr>
          <p:nvPr>
            <p:ph type="pic" sz="quarter" idx="126" hasCustomPrompt="1"/>
          </p:nvPr>
        </p:nvSpPr>
        <p:spPr>
          <a:xfrm>
            <a:off x="-12570736" y="26906054"/>
            <a:ext cx="7141603" cy="5826898"/>
          </a:xfrm>
          <a:prstGeom prst="rect">
            <a:avLst/>
          </a:prstGeom>
          <a:solidFill>
            <a:schemeClr val="bg2"/>
          </a:solidFill>
          <a:ln>
            <a:solidFill>
              <a:schemeClr val="tx2"/>
            </a:solidFill>
          </a:ln>
          <a:effectLst/>
        </p:spPr>
        <p:txBody>
          <a:bodyPr lIns="74996" tIns="37497" rIns="74996" bIns="37497" anchor="ctr"/>
          <a:lstStyle>
            <a:lvl1pPr marL="0" indent="0" algn="ctr">
              <a:buNone/>
              <a:defRPr sz="3300" b="0" baseline="0">
                <a:solidFill>
                  <a:schemeClr val="tx2"/>
                </a:solidFill>
              </a:defRPr>
            </a:lvl1pPr>
          </a:lstStyle>
          <a:p>
            <a:r>
              <a:rPr lang="en-US" dirty="0" smtClean="0"/>
              <a:t>PICTURE PLACEHOLDER</a:t>
            </a:r>
            <a:endParaRPr lang="en-US" dirty="0"/>
          </a:p>
        </p:txBody>
      </p:sp>
      <p:sp>
        <p:nvSpPr>
          <p:cNvPr id="152" name="Picture Placeholder 13"/>
          <p:cNvSpPr>
            <a:spLocks noGrp="1"/>
          </p:cNvSpPr>
          <p:nvPr>
            <p:ph type="pic" sz="quarter" idx="127" hasCustomPrompt="1"/>
          </p:nvPr>
        </p:nvSpPr>
        <p:spPr>
          <a:xfrm>
            <a:off x="-12570736" y="26906054"/>
            <a:ext cx="7141603" cy="5826898"/>
          </a:xfrm>
          <a:prstGeom prst="rect">
            <a:avLst/>
          </a:prstGeom>
          <a:solidFill>
            <a:schemeClr val="bg2"/>
          </a:solidFill>
          <a:ln>
            <a:solidFill>
              <a:schemeClr val="tx2"/>
            </a:solidFill>
          </a:ln>
          <a:effectLst/>
        </p:spPr>
        <p:txBody>
          <a:bodyPr lIns="74996" tIns="37497" rIns="74996" bIns="37497" anchor="ctr"/>
          <a:lstStyle>
            <a:lvl1pPr marL="0" indent="0" algn="ctr">
              <a:buNone/>
              <a:defRPr sz="3300" b="0" baseline="0">
                <a:solidFill>
                  <a:schemeClr val="tx2"/>
                </a:solidFill>
              </a:defRPr>
            </a:lvl1pPr>
          </a:lstStyle>
          <a:p>
            <a:r>
              <a:rPr lang="en-US" dirty="0" smtClean="0"/>
              <a:t>PICTURE PLACEHOLDER</a:t>
            </a:r>
            <a:endParaRPr lang="en-US" dirty="0"/>
          </a:p>
        </p:txBody>
      </p:sp>
      <p:sp>
        <p:nvSpPr>
          <p:cNvPr id="153" name="Picture Placeholder 13"/>
          <p:cNvSpPr>
            <a:spLocks noGrp="1"/>
          </p:cNvSpPr>
          <p:nvPr>
            <p:ph type="pic" sz="quarter" idx="128" hasCustomPrompt="1"/>
          </p:nvPr>
        </p:nvSpPr>
        <p:spPr>
          <a:xfrm>
            <a:off x="-12570736" y="26906054"/>
            <a:ext cx="7141603" cy="5826898"/>
          </a:xfrm>
          <a:prstGeom prst="rect">
            <a:avLst/>
          </a:prstGeom>
          <a:solidFill>
            <a:schemeClr val="bg2"/>
          </a:solidFill>
          <a:ln>
            <a:solidFill>
              <a:schemeClr val="tx2"/>
            </a:solidFill>
          </a:ln>
          <a:effectLst/>
        </p:spPr>
        <p:txBody>
          <a:bodyPr lIns="74996" tIns="37497" rIns="74996" bIns="37497" anchor="ctr"/>
          <a:lstStyle>
            <a:lvl1pPr marL="0" indent="0" algn="ctr">
              <a:buNone/>
              <a:defRPr sz="3300" b="0" baseline="0">
                <a:solidFill>
                  <a:schemeClr val="tx2"/>
                </a:solidFill>
              </a:defRPr>
            </a:lvl1pPr>
          </a:lstStyle>
          <a:p>
            <a:r>
              <a:rPr lang="en-US" dirty="0" smtClean="0"/>
              <a:t>PICTURE PLACEHOLDER</a:t>
            </a:r>
            <a:endParaRPr lang="en-US" dirty="0"/>
          </a:p>
        </p:txBody>
      </p:sp>
      <p:sp>
        <p:nvSpPr>
          <p:cNvPr id="154" name="Picture Placeholder 13"/>
          <p:cNvSpPr>
            <a:spLocks noGrp="1"/>
          </p:cNvSpPr>
          <p:nvPr>
            <p:ph type="pic" sz="quarter" idx="129" hasCustomPrompt="1"/>
          </p:nvPr>
        </p:nvSpPr>
        <p:spPr>
          <a:xfrm>
            <a:off x="-12570736" y="26906054"/>
            <a:ext cx="7141603" cy="5826898"/>
          </a:xfrm>
          <a:prstGeom prst="rect">
            <a:avLst/>
          </a:prstGeom>
          <a:solidFill>
            <a:schemeClr val="bg2"/>
          </a:solidFill>
          <a:ln>
            <a:solidFill>
              <a:schemeClr val="tx2"/>
            </a:solidFill>
          </a:ln>
          <a:effectLst/>
        </p:spPr>
        <p:txBody>
          <a:bodyPr lIns="74996" tIns="37497" rIns="74996" bIns="37497" anchor="ctr"/>
          <a:lstStyle>
            <a:lvl1pPr marL="0" indent="0" algn="ctr">
              <a:buNone/>
              <a:defRPr sz="3300" b="0" baseline="0">
                <a:solidFill>
                  <a:schemeClr val="tx2"/>
                </a:solidFill>
              </a:defRPr>
            </a:lvl1pPr>
          </a:lstStyle>
          <a:p>
            <a:r>
              <a:rPr lang="en-US" dirty="0" smtClean="0"/>
              <a:t>PICTURE PLACEHOLDER</a:t>
            </a:r>
            <a:endParaRPr lang="en-US" dirty="0"/>
          </a:p>
        </p:txBody>
      </p:sp>
      <p:sp>
        <p:nvSpPr>
          <p:cNvPr id="155" name="Picture Placeholder 13"/>
          <p:cNvSpPr>
            <a:spLocks noGrp="1"/>
          </p:cNvSpPr>
          <p:nvPr>
            <p:ph type="pic" sz="quarter" idx="130" hasCustomPrompt="1"/>
          </p:nvPr>
        </p:nvSpPr>
        <p:spPr>
          <a:xfrm>
            <a:off x="-12570736" y="26906054"/>
            <a:ext cx="7141603" cy="5826898"/>
          </a:xfrm>
          <a:prstGeom prst="rect">
            <a:avLst/>
          </a:prstGeom>
          <a:solidFill>
            <a:schemeClr val="bg2"/>
          </a:solidFill>
          <a:ln>
            <a:solidFill>
              <a:schemeClr val="tx2"/>
            </a:solidFill>
          </a:ln>
          <a:effectLst/>
        </p:spPr>
        <p:txBody>
          <a:bodyPr lIns="74996" tIns="37497" rIns="74996" bIns="37497" anchor="ctr"/>
          <a:lstStyle>
            <a:lvl1pPr marL="0" indent="0" algn="ctr">
              <a:buNone/>
              <a:defRPr sz="3300" b="0" baseline="0">
                <a:solidFill>
                  <a:schemeClr val="tx2"/>
                </a:solidFill>
              </a:defRPr>
            </a:lvl1pPr>
          </a:lstStyle>
          <a:p>
            <a:r>
              <a:rPr lang="en-US" dirty="0" smtClean="0"/>
              <a:t>PICTURE PLACEHOLDER</a:t>
            </a:r>
            <a:endParaRPr lang="en-US" dirty="0"/>
          </a:p>
        </p:txBody>
      </p:sp>
      <p:sp>
        <p:nvSpPr>
          <p:cNvPr id="156" name="Picture Placeholder 13"/>
          <p:cNvSpPr>
            <a:spLocks noGrp="1"/>
          </p:cNvSpPr>
          <p:nvPr>
            <p:ph type="pic" sz="quarter" idx="131" hasCustomPrompt="1"/>
          </p:nvPr>
        </p:nvSpPr>
        <p:spPr>
          <a:xfrm>
            <a:off x="-12570736" y="26906054"/>
            <a:ext cx="7141603" cy="5826898"/>
          </a:xfrm>
          <a:prstGeom prst="rect">
            <a:avLst/>
          </a:prstGeom>
          <a:solidFill>
            <a:schemeClr val="bg2"/>
          </a:solidFill>
          <a:ln>
            <a:solidFill>
              <a:schemeClr val="tx2"/>
            </a:solidFill>
          </a:ln>
          <a:effectLst/>
        </p:spPr>
        <p:txBody>
          <a:bodyPr lIns="74996" tIns="37497" rIns="74996" bIns="37497" anchor="ctr"/>
          <a:lstStyle>
            <a:lvl1pPr marL="0" indent="0" algn="ctr">
              <a:buNone/>
              <a:defRPr sz="3300" b="0" baseline="0">
                <a:solidFill>
                  <a:schemeClr val="tx2"/>
                </a:solidFill>
              </a:defRPr>
            </a:lvl1pPr>
          </a:lstStyle>
          <a:p>
            <a:r>
              <a:rPr lang="en-US" dirty="0" smtClean="0"/>
              <a:t>PICTURE PLACEHOLDER</a:t>
            </a:r>
            <a:endParaRPr lang="en-US" dirty="0"/>
          </a:p>
        </p:txBody>
      </p:sp>
      <p:sp>
        <p:nvSpPr>
          <p:cNvPr id="157" name="Picture Placeholder 13"/>
          <p:cNvSpPr>
            <a:spLocks noGrp="1"/>
          </p:cNvSpPr>
          <p:nvPr>
            <p:ph type="pic" sz="quarter" idx="132" hasCustomPrompt="1"/>
          </p:nvPr>
        </p:nvSpPr>
        <p:spPr>
          <a:xfrm>
            <a:off x="-12570736" y="26906054"/>
            <a:ext cx="7141603" cy="5826898"/>
          </a:xfrm>
          <a:prstGeom prst="rect">
            <a:avLst/>
          </a:prstGeom>
          <a:solidFill>
            <a:schemeClr val="bg2"/>
          </a:solidFill>
          <a:ln>
            <a:solidFill>
              <a:schemeClr val="tx2"/>
            </a:solidFill>
          </a:ln>
          <a:effectLst/>
        </p:spPr>
        <p:txBody>
          <a:bodyPr lIns="74996" tIns="37497" rIns="74996" bIns="37497" anchor="ctr"/>
          <a:lstStyle>
            <a:lvl1pPr marL="0" indent="0" algn="ctr">
              <a:buNone/>
              <a:defRPr sz="3300" b="0" baseline="0">
                <a:solidFill>
                  <a:schemeClr val="tx2"/>
                </a:solidFill>
              </a:defRPr>
            </a:lvl1pPr>
          </a:lstStyle>
          <a:p>
            <a:r>
              <a:rPr lang="en-US" dirty="0" smtClean="0"/>
              <a:t>PICTURE PLACEHOLDER</a:t>
            </a:r>
            <a:endParaRPr lang="en-US" dirty="0"/>
          </a:p>
        </p:txBody>
      </p:sp>
      <p:sp>
        <p:nvSpPr>
          <p:cNvPr id="158" name="Picture Placeholder 13"/>
          <p:cNvSpPr>
            <a:spLocks noGrp="1"/>
          </p:cNvSpPr>
          <p:nvPr>
            <p:ph type="pic" sz="quarter" idx="133" hasCustomPrompt="1"/>
          </p:nvPr>
        </p:nvSpPr>
        <p:spPr>
          <a:xfrm>
            <a:off x="-12570736" y="26906054"/>
            <a:ext cx="7141603" cy="5826898"/>
          </a:xfrm>
          <a:prstGeom prst="rect">
            <a:avLst/>
          </a:prstGeom>
          <a:solidFill>
            <a:schemeClr val="bg2"/>
          </a:solidFill>
          <a:ln>
            <a:solidFill>
              <a:schemeClr val="tx2"/>
            </a:solidFill>
          </a:ln>
          <a:effectLst/>
        </p:spPr>
        <p:txBody>
          <a:bodyPr lIns="74996" tIns="37497" rIns="74996" bIns="37497" anchor="ctr"/>
          <a:lstStyle>
            <a:lvl1pPr marL="0" indent="0" algn="ctr">
              <a:buNone/>
              <a:defRPr sz="3300" b="0" baseline="0">
                <a:solidFill>
                  <a:schemeClr val="tx2"/>
                </a:solidFill>
              </a:defRPr>
            </a:lvl1pPr>
          </a:lstStyle>
          <a:p>
            <a:r>
              <a:rPr lang="en-US" dirty="0" smtClean="0"/>
              <a:t>PICTURE PLACEHOLDER</a:t>
            </a:r>
            <a:endParaRPr lang="en-US" dirty="0"/>
          </a:p>
        </p:txBody>
      </p:sp>
      <p:sp>
        <p:nvSpPr>
          <p:cNvPr id="159" name="Picture Placeholder 13"/>
          <p:cNvSpPr>
            <a:spLocks noGrp="1"/>
          </p:cNvSpPr>
          <p:nvPr>
            <p:ph type="pic" sz="quarter" idx="134" hasCustomPrompt="1"/>
          </p:nvPr>
        </p:nvSpPr>
        <p:spPr>
          <a:xfrm>
            <a:off x="-12570736" y="26906054"/>
            <a:ext cx="7141603" cy="5826898"/>
          </a:xfrm>
          <a:prstGeom prst="rect">
            <a:avLst/>
          </a:prstGeom>
          <a:solidFill>
            <a:schemeClr val="bg2"/>
          </a:solidFill>
          <a:ln>
            <a:solidFill>
              <a:schemeClr val="tx2"/>
            </a:solidFill>
          </a:ln>
          <a:effectLst/>
        </p:spPr>
        <p:txBody>
          <a:bodyPr lIns="74996" tIns="37497" rIns="74996" bIns="37497" anchor="ctr"/>
          <a:lstStyle>
            <a:lvl1pPr marL="0" indent="0" algn="ctr">
              <a:buNone/>
              <a:defRPr sz="3300" b="0" baseline="0">
                <a:solidFill>
                  <a:schemeClr val="tx2"/>
                </a:solidFill>
              </a:defRPr>
            </a:lvl1pPr>
          </a:lstStyle>
          <a:p>
            <a:r>
              <a:rPr lang="en-US" dirty="0" smtClean="0"/>
              <a:t>PICTURE PLACEHOLDER</a:t>
            </a:r>
            <a:endParaRPr lang="en-US" dirty="0"/>
          </a:p>
        </p:txBody>
      </p:sp>
      <p:sp>
        <p:nvSpPr>
          <p:cNvPr id="160" name="Picture Placeholder 13"/>
          <p:cNvSpPr>
            <a:spLocks noGrp="1"/>
          </p:cNvSpPr>
          <p:nvPr>
            <p:ph type="pic" sz="quarter" idx="135" hasCustomPrompt="1"/>
          </p:nvPr>
        </p:nvSpPr>
        <p:spPr>
          <a:xfrm>
            <a:off x="-12570736" y="26906054"/>
            <a:ext cx="7141603" cy="5826898"/>
          </a:xfrm>
          <a:prstGeom prst="rect">
            <a:avLst/>
          </a:prstGeom>
          <a:solidFill>
            <a:schemeClr val="bg2"/>
          </a:solidFill>
          <a:ln>
            <a:solidFill>
              <a:schemeClr val="tx2"/>
            </a:solidFill>
          </a:ln>
          <a:effectLst/>
        </p:spPr>
        <p:txBody>
          <a:bodyPr lIns="74996" tIns="37497" rIns="74996" bIns="37497" anchor="ctr"/>
          <a:lstStyle>
            <a:lvl1pPr marL="0" indent="0" algn="ctr">
              <a:buNone/>
              <a:defRPr sz="3300" b="0" baseline="0">
                <a:solidFill>
                  <a:schemeClr val="tx2"/>
                </a:solidFill>
              </a:defRPr>
            </a:lvl1pPr>
          </a:lstStyle>
          <a:p>
            <a:r>
              <a:rPr lang="en-US" dirty="0" smtClean="0"/>
              <a:t>PICTURE PLACEHOLDER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jpeg"/><Relationship Id="rId5" Type="http://schemas.openxmlformats.org/officeDocument/2006/relationships/hyperlink" Target="http://www.facebook.com/pages/PosterPresentationscom/217914411419?v=app_4949752878&amp;ref=ts" TargetMode="External"/><Relationship Id="rId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jpeg"/><Relationship Id="rId5" Type="http://schemas.openxmlformats.org/officeDocument/2006/relationships/hyperlink" Target="http://www.facebook.com/pages/PosterPresentationscom/217914411419?v=app_4949752878&amp;ref=ts" TargetMode="External"/><Relationship Id="rId4" Type="http://schemas.openxmlformats.org/officeDocument/2006/relationships/image" Target="../media/image2.png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.jpeg"/><Relationship Id="rId5" Type="http://schemas.openxmlformats.org/officeDocument/2006/relationships/hyperlink" Target="http://www.facebook.com/pages/PosterPresentationscom/217914411419?v=app_4949752878&amp;ref=ts" TargetMode="External"/><Relationship Id="rId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/>
          <p:cNvSpPr/>
          <p:nvPr/>
        </p:nvSpPr>
        <p:spPr>
          <a:xfrm>
            <a:off x="36271165" y="0"/>
            <a:ext cx="17119549" cy="35999738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9992" tIns="299981" rIns="149992" bIns="149992" rtlCol="0" anchor="t" anchorCtr="0"/>
          <a:lstStyle/>
          <a:p>
            <a:pPr algn="ctr"/>
            <a:r>
              <a:rPr lang="en-US" sz="4400" b="1" dirty="0" smtClean="0">
                <a:solidFill>
                  <a:schemeClr val="bg1"/>
                </a:solidFill>
                <a:latin typeface="Trebuchet MS" pitchFamily="34" charset="0"/>
              </a:rPr>
              <a:t>QUICK</a:t>
            </a:r>
            <a:r>
              <a:rPr lang="en-US" sz="4400" b="1" baseline="0" dirty="0" smtClean="0">
                <a:solidFill>
                  <a:schemeClr val="bg1"/>
                </a:solidFill>
                <a:latin typeface="Trebuchet MS" pitchFamily="34" charset="0"/>
              </a:rPr>
              <a:t> TIPS</a:t>
            </a:r>
            <a:endParaRPr lang="en-US" sz="4400" b="1" dirty="0" smtClean="0">
              <a:solidFill>
                <a:schemeClr val="bg1"/>
              </a:solidFill>
              <a:latin typeface="Trebuchet MS" pitchFamily="34" charset="0"/>
            </a:endParaRPr>
          </a:p>
          <a:p>
            <a:pPr algn="ctr"/>
            <a:r>
              <a:rPr lang="en-US" sz="4400" b="1" dirty="0" smtClean="0">
                <a:solidFill>
                  <a:srgbClr val="FFFF00"/>
                </a:solidFill>
                <a:latin typeface="Trebuchet MS" pitchFamily="34" charset="0"/>
              </a:rPr>
              <a:t>(--THIS SECTION DOES NOT PRINT--)</a:t>
            </a:r>
          </a:p>
          <a:p>
            <a:pPr algn="ctr"/>
            <a:endParaRPr lang="en-US" sz="3600" b="1" dirty="0" smtClean="0">
              <a:latin typeface="Trebuchet MS" pitchFamily="34" charset="0"/>
            </a:endParaRPr>
          </a:p>
          <a:p>
            <a:pPr defTabSz="2571147"/>
            <a:r>
              <a:rPr lang="en-US" sz="3600" dirty="0" smtClean="0">
                <a:latin typeface="Trebuchet MS" pitchFamily="34" charset="0"/>
              </a:rPr>
              <a:t>This PowerPoint</a:t>
            </a:r>
            <a:r>
              <a:rPr lang="en-US" sz="3600" baseline="0" dirty="0" smtClean="0">
                <a:latin typeface="Trebuchet MS" pitchFamily="34" charset="0"/>
              </a:rPr>
              <a:t> template requires basic PowerPoint (version 2007 or newer) skills. Below is a list of commonly asked questions specific to this template. </a:t>
            </a:r>
            <a:br>
              <a:rPr lang="en-US" sz="3600" baseline="0" dirty="0" smtClean="0">
                <a:latin typeface="Trebuchet MS" pitchFamily="34" charset="0"/>
              </a:rPr>
            </a:br>
            <a:r>
              <a:rPr lang="en-US" sz="3600" baseline="0" dirty="0" smtClean="0">
                <a:latin typeface="Trebuchet MS" pitchFamily="34" charset="0"/>
              </a:rPr>
              <a:t>If you are using an older version of PowerPoint some template features may not work properly.</a:t>
            </a:r>
          </a:p>
          <a:p>
            <a:pPr defTabSz="2571147"/>
            <a:endParaRPr lang="en-US" sz="4400" b="1" dirty="0" smtClean="0">
              <a:solidFill>
                <a:srgbClr val="FFFF00"/>
              </a:solidFill>
              <a:latin typeface="Trebuchet MS" pitchFamily="34" charset="0"/>
            </a:endParaRPr>
          </a:p>
          <a:p>
            <a:pPr defTabSz="2571147"/>
            <a:endParaRPr lang="en-US" sz="4400" b="1" dirty="0" smtClean="0">
              <a:solidFill>
                <a:srgbClr val="FFFF00"/>
              </a:solidFill>
              <a:latin typeface="Trebuchet MS" pitchFamily="34" charset="0"/>
            </a:endParaRPr>
          </a:p>
          <a:p>
            <a:pPr algn="ctr"/>
            <a:r>
              <a:rPr lang="en-US" sz="4400" b="1" dirty="0" smtClean="0">
                <a:solidFill>
                  <a:schemeClr val="bg1"/>
                </a:solidFill>
                <a:latin typeface="Trebuchet MS" pitchFamily="34" charset="0"/>
              </a:rPr>
              <a:t>Using the template</a:t>
            </a:r>
            <a:endParaRPr lang="en-US" sz="4400" b="1" baseline="0" dirty="0" smtClean="0">
              <a:solidFill>
                <a:schemeClr val="bg1"/>
              </a:solidFill>
              <a:latin typeface="Trebuchet MS" pitchFamily="34" charset="0"/>
            </a:endParaRPr>
          </a:p>
          <a:p>
            <a:pPr algn="ctr"/>
            <a:endParaRPr lang="en-US" sz="3600" b="1" dirty="0" smtClean="0">
              <a:solidFill>
                <a:srgbClr val="FFFF00"/>
              </a:solidFill>
              <a:latin typeface="Trebuchet MS" pitchFamily="34" charset="0"/>
            </a:endParaRPr>
          </a:p>
          <a:p>
            <a:pPr marL="0" marR="0" indent="0" algn="l" defTabSz="25711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1" dirty="0" smtClean="0">
                <a:solidFill>
                  <a:srgbClr val="FFFF00"/>
                </a:solidFill>
                <a:latin typeface="Trebuchet MS" pitchFamily="34" charset="0"/>
              </a:rPr>
              <a:t>Verifying the quality of your graphics</a:t>
            </a:r>
          </a:p>
          <a:p>
            <a:pPr defTabSz="2571147"/>
            <a:r>
              <a:rPr lang="en-US" sz="3600" dirty="0" smtClean="0">
                <a:latin typeface="Trebuchet MS" pitchFamily="34" charset="0"/>
              </a:rPr>
              <a:t>Go to the </a:t>
            </a:r>
            <a:r>
              <a:rPr lang="en-US" sz="3600" baseline="0" dirty="0" smtClean="0">
                <a:latin typeface="Trebuchet MS" pitchFamily="34" charset="0"/>
              </a:rPr>
              <a:t>VIEW menu and click on ZOOM to set your preferred magnification. This template is at 100% the size of the final poster. All text and graphics will be printed at 100% their size. To see what your poster will look like when printed, set the zoom to 100% and evaluate the quality of all your graphics before you submit your poster for printing.</a:t>
            </a:r>
            <a:br>
              <a:rPr lang="en-US" sz="3600" baseline="0" dirty="0" smtClean="0">
                <a:latin typeface="Trebuchet MS" pitchFamily="34" charset="0"/>
              </a:rPr>
            </a:br>
            <a:endParaRPr lang="en-US" sz="3600" baseline="0" dirty="0" smtClean="0">
              <a:latin typeface="Trebuchet MS" pitchFamily="34" charset="0"/>
            </a:endParaRPr>
          </a:p>
          <a:p>
            <a:pPr defTabSz="2571147"/>
            <a:r>
              <a:rPr lang="en-US" sz="3600" b="1" dirty="0" smtClean="0">
                <a:solidFill>
                  <a:srgbClr val="FFFF00"/>
                </a:solidFill>
                <a:latin typeface="Trebuchet MS" pitchFamily="34" charset="0"/>
              </a:rPr>
              <a:t>Using the placeholders</a:t>
            </a:r>
          </a:p>
          <a:p>
            <a:pPr defTabSz="2571147"/>
            <a:r>
              <a:rPr lang="en-US" sz="3600" baseline="0" dirty="0" smtClean="0">
                <a:latin typeface="Trebuchet MS" pitchFamily="34" charset="0"/>
              </a:rPr>
              <a:t>To add text to this template click inside a placeholder and type in or paste your text. To move a placeholder, click on it </a:t>
            </a:r>
            <a:r>
              <a:rPr lang="en-US" sz="3600" u="sng" baseline="0" dirty="0" smtClean="0">
                <a:latin typeface="Trebuchet MS" pitchFamily="34" charset="0"/>
              </a:rPr>
              <a:t>once</a:t>
            </a:r>
            <a:r>
              <a:rPr lang="en-US" sz="3600" baseline="0" dirty="0" smtClean="0">
                <a:latin typeface="Trebuchet MS" pitchFamily="34" charset="0"/>
              </a:rPr>
              <a:t> (to select it), place your cursor on its frame and your cursor will change to this symbol:         Then, click </a:t>
            </a:r>
            <a:r>
              <a:rPr lang="en-US" sz="3600" u="sng" baseline="0" dirty="0" smtClean="0">
                <a:latin typeface="Trebuchet MS" pitchFamily="34" charset="0"/>
              </a:rPr>
              <a:t>once</a:t>
            </a:r>
            <a:r>
              <a:rPr lang="en-US" sz="3600" baseline="0" dirty="0" smtClean="0">
                <a:latin typeface="Trebuchet MS" pitchFamily="34" charset="0"/>
              </a:rPr>
              <a:t> and drag it to its new location where you can resize it as needed. Additional placeholders can be found on the left side of this template.</a:t>
            </a:r>
          </a:p>
          <a:p>
            <a:pPr defTabSz="2571147"/>
            <a:endParaRPr lang="en-US" sz="3600" b="1" baseline="0" dirty="0" smtClean="0">
              <a:solidFill>
                <a:srgbClr val="FFFF00"/>
              </a:solidFill>
              <a:latin typeface="Trebuchet MS" pitchFamily="34" charset="0"/>
            </a:endParaRPr>
          </a:p>
          <a:p>
            <a:pPr defTabSz="2571147"/>
            <a:r>
              <a:rPr lang="en-US" sz="3600" b="1" baseline="0" dirty="0" smtClean="0">
                <a:solidFill>
                  <a:srgbClr val="FFFF00"/>
                </a:solidFill>
                <a:latin typeface="Trebuchet MS" pitchFamily="34" charset="0"/>
              </a:rPr>
              <a:t>Modifying the layout</a:t>
            </a:r>
          </a:p>
          <a:p>
            <a:pPr defTabSz="2571147"/>
            <a:r>
              <a:rPr lang="en-US" sz="3600" dirty="0" smtClean="0">
                <a:latin typeface="Trebuchet MS" pitchFamily="34" charset="0"/>
              </a:rPr>
              <a:t>This template has four </a:t>
            </a:r>
            <a:r>
              <a:rPr lang="en-US" sz="3600" baseline="0" dirty="0" smtClean="0">
                <a:latin typeface="Trebuchet MS" pitchFamily="34" charset="0"/>
              </a:rPr>
              <a:t>different column layouts. </a:t>
            </a:r>
          </a:p>
          <a:p>
            <a:pPr defTabSz="2571147"/>
            <a:r>
              <a:rPr lang="en-US" sz="3600" u="sng" baseline="0" dirty="0" smtClean="0">
                <a:latin typeface="Trebuchet MS" pitchFamily="34" charset="0"/>
              </a:rPr>
              <a:t>Right-click</a:t>
            </a:r>
            <a:r>
              <a:rPr lang="en-US" sz="3600" baseline="0" dirty="0" smtClean="0">
                <a:latin typeface="Trebuchet MS" pitchFamily="34" charset="0"/>
              </a:rPr>
              <a:t> your mouse on the background and </a:t>
            </a:r>
          </a:p>
          <a:p>
            <a:pPr defTabSz="2571147"/>
            <a:r>
              <a:rPr lang="en-US" sz="3600" baseline="0" dirty="0" smtClean="0">
                <a:latin typeface="Trebuchet MS" pitchFamily="34" charset="0"/>
              </a:rPr>
              <a:t>click on “Layout” to see the layout options.</a:t>
            </a:r>
            <a:endParaRPr lang="en-US" sz="3600" dirty="0" smtClean="0">
              <a:latin typeface="Trebuchet MS" pitchFamily="34" charset="0"/>
            </a:endParaRPr>
          </a:p>
          <a:p>
            <a:pPr marL="0" marR="0" indent="0" algn="l" defTabSz="25711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aseline="0" dirty="0" smtClean="0">
                <a:latin typeface="Trebuchet MS" pitchFamily="34" charset="0"/>
              </a:rPr>
              <a:t>The columns in the provided layouts are fixed and </a:t>
            </a:r>
          </a:p>
          <a:p>
            <a:pPr marL="0" marR="0" indent="0" algn="l" defTabSz="25711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aseline="0" dirty="0" smtClean="0">
                <a:latin typeface="Trebuchet MS" pitchFamily="34" charset="0"/>
              </a:rPr>
              <a:t>cannot be moved but advanced users can modify </a:t>
            </a:r>
          </a:p>
          <a:p>
            <a:pPr marL="0" marR="0" indent="0" algn="l" defTabSz="25711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aseline="0" dirty="0" smtClean="0">
                <a:latin typeface="Trebuchet MS" pitchFamily="34" charset="0"/>
              </a:rPr>
              <a:t>any layout by going to VIEW and then SLIDE MASTER.</a:t>
            </a:r>
          </a:p>
          <a:p>
            <a:pPr marL="0" marR="0" indent="0" algn="l" defTabSz="25711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3600" baseline="0" dirty="0" smtClean="0">
              <a:latin typeface="Trebuchet MS" pitchFamily="34" charset="0"/>
            </a:endParaRPr>
          </a:p>
          <a:p>
            <a:pPr defTabSz="2571147"/>
            <a:r>
              <a:rPr lang="en-US" sz="3600" b="1" baseline="0" dirty="0" smtClean="0">
                <a:solidFill>
                  <a:srgbClr val="FFFF00"/>
                </a:solidFill>
                <a:latin typeface="Trebuchet MS" pitchFamily="34" charset="0"/>
              </a:rPr>
              <a:t>Importing text and graphics from external sources</a:t>
            </a:r>
          </a:p>
          <a:p>
            <a:pPr defTabSz="2571147"/>
            <a:r>
              <a:rPr lang="en-US" sz="3600" b="1" u="sng" baseline="0" dirty="0" smtClean="0">
                <a:latin typeface="Trebuchet MS" pitchFamily="34" charset="0"/>
              </a:rPr>
              <a:t>TEXT: </a:t>
            </a:r>
            <a:r>
              <a:rPr lang="en-US" sz="3600" baseline="0" dirty="0" smtClean="0">
                <a:latin typeface="Trebuchet MS" pitchFamily="34" charset="0"/>
              </a:rPr>
              <a:t>Paste or type your text into a pre-existing placeholder or drag in a new placeholder from the left side of the template. Move it anywhere as needed.</a:t>
            </a:r>
          </a:p>
          <a:p>
            <a:pPr defTabSz="2571147"/>
            <a:r>
              <a:rPr lang="en-US" sz="3600" b="1" u="sng" baseline="0" dirty="0" smtClean="0">
                <a:latin typeface="Trebuchet MS" pitchFamily="34" charset="0"/>
              </a:rPr>
              <a:t>PHOTOS: </a:t>
            </a:r>
            <a:r>
              <a:rPr lang="en-US" sz="3600" baseline="0" dirty="0" smtClean="0">
                <a:latin typeface="Trebuchet MS" pitchFamily="34" charset="0"/>
              </a:rPr>
              <a:t>Drag in a picture placeholder, size it </a:t>
            </a:r>
            <a:r>
              <a:rPr lang="en-US" sz="3600" u="sng" baseline="0" dirty="0" smtClean="0">
                <a:latin typeface="Trebuchet MS" pitchFamily="34" charset="0"/>
              </a:rPr>
              <a:t>first</a:t>
            </a:r>
            <a:r>
              <a:rPr lang="en-US" sz="3600" baseline="0" dirty="0" smtClean="0">
                <a:latin typeface="Trebuchet MS" pitchFamily="34" charset="0"/>
              </a:rPr>
              <a:t>, click in it and insert a photo from the menu.</a:t>
            </a:r>
          </a:p>
          <a:p>
            <a:pPr defTabSz="2571147"/>
            <a:r>
              <a:rPr lang="en-US" sz="3600" b="1" u="sng" baseline="0" dirty="0" smtClean="0">
                <a:latin typeface="Trebuchet MS" pitchFamily="34" charset="0"/>
              </a:rPr>
              <a:t>TABLES: </a:t>
            </a:r>
            <a:r>
              <a:rPr lang="en-US" sz="3600" baseline="0" dirty="0" smtClean="0">
                <a:latin typeface="Trebuchet MS" pitchFamily="34" charset="0"/>
              </a:rPr>
              <a:t>You can copy and paste a table from an external document onto this poster template. To adjust  the way the text fits within the cells of a table that has been pasted, </a:t>
            </a:r>
            <a:r>
              <a:rPr lang="en-US" sz="3600" u="sng" baseline="0" dirty="0" smtClean="0">
                <a:latin typeface="Trebuchet MS" pitchFamily="34" charset="0"/>
              </a:rPr>
              <a:t>right-click</a:t>
            </a:r>
            <a:r>
              <a:rPr lang="en-US" sz="3600" baseline="0" dirty="0" smtClean="0">
                <a:latin typeface="Trebuchet MS" pitchFamily="34" charset="0"/>
              </a:rPr>
              <a:t> on the table, click FORMAT SHAPE  then click on TEXT BOX and change the INTERNAL MARGIN values to 0.25</a:t>
            </a:r>
          </a:p>
          <a:p>
            <a:pPr defTabSz="2571147"/>
            <a:endParaRPr lang="en-US" sz="3600" baseline="0" dirty="0" smtClean="0">
              <a:latin typeface="Trebuchet MS" pitchFamily="34" charset="0"/>
            </a:endParaRPr>
          </a:p>
          <a:p>
            <a:pPr defTabSz="2571147"/>
            <a:r>
              <a:rPr lang="en-US" sz="3600" b="1" baseline="0" dirty="0" smtClean="0">
                <a:solidFill>
                  <a:srgbClr val="FFFF00"/>
                </a:solidFill>
                <a:latin typeface="Trebuchet MS" pitchFamily="34" charset="0"/>
              </a:rPr>
              <a:t>Modifying the color scheme</a:t>
            </a:r>
          </a:p>
          <a:p>
            <a:pPr defTabSz="2571147"/>
            <a:r>
              <a:rPr lang="en-US" sz="3600" baseline="0" dirty="0" smtClean="0">
                <a:latin typeface="Trebuchet MS" pitchFamily="34" charset="0"/>
              </a:rPr>
              <a:t>To change the color scheme of this template go to the “Design” menu and click on “Colors”. You can choose from the provide color combinations or you can create your own.</a:t>
            </a:r>
          </a:p>
          <a:p>
            <a:pPr defTabSz="2571147"/>
            <a:endParaRPr lang="en-US" sz="3600" baseline="0" dirty="0" smtClean="0">
              <a:latin typeface="Trebuchet MS" pitchFamily="34" charset="0"/>
            </a:endParaRPr>
          </a:p>
          <a:p>
            <a:pPr defTabSz="2571147"/>
            <a:endParaRPr lang="en-US" sz="3600" baseline="0" dirty="0" smtClean="0">
              <a:latin typeface="Trebuchet MS" pitchFamily="34" charset="0"/>
            </a:endParaRPr>
          </a:p>
          <a:p>
            <a:pPr defTabSz="3600037"/>
            <a:endParaRPr lang="en-US" sz="2600" baseline="0" dirty="0" smtClean="0">
              <a:latin typeface="Trebuchet MS" pitchFamily="34" charset="0"/>
            </a:endParaRPr>
          </a:p>
          <a:p>
            <a:pPr defTabSz="3600037"/>
            <a:endParaRPr lang="en-US" sz="2600" dirty="0" smtClean="0">
              <a:latin typeface="Trebuchet MS" pitchFamily="34" charset="0"/>
            </a:endParaRPr>
          </a:p>
          <a:p>
            <a:pPr algn="ctr"/>
            <a:endParaRPr lang="en-US" sz="2600" b="1" dirty="0" smtClean="0">
              <a:solidFill>
                <a:schemeClr val="bg1"/>
              </a:solidFill>
              <a:latin typeface="Trebuchet MS" pitchFamily="34" charset="0"/>
            </a:endParaRPr>
          </a:p>
          <a:p>
            <a:pPr defTabSz="3600037"/>
            <a:endParaRPr lang="en-US" sz="2600" b="1" dirty="0" smtClean="0">
              <a:solidFill>
                <a:srgbClr val="FFFF00"/>
              </a:solidFill>
              <a:latin typeface="Trebuchet MS" pitchFamily="34" charset="0"/>
            </a:endParaRPr>
          </a:p>
          <a:p>
            <a:pPr algn="ctr"/>
            <a:endParaRPr lang="en-US" sz="3600" b="1" dirty="0">
              <a:latin typeface="Trebuchet MS" pitchFamily="34" charset="0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-17377841" y="-21430"/>
            <a:ext cx="17089190" cy="35999738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9992" tIns="299981" rIns="149992" bIns="149992" rtlCol="0" anchor="t" anchorCtr="0"/>
          <a:lstStyle/>
          <a:p>
            <a:pPr algn="ctr"/>
            <a:r>
              <a:rPr lang="en-US" sz="4900" b="1" dirty="0" smtClean="0">
                <a:solidFill>
                  <a:schemeClr val="bg1"/>
                </a:solidFill>
                <a:latin typeface="Trebuchet MS" pitchFamily="34" charset="0"/>
              </a:rPr>
              <a:t>QUICK DESIGN</a:t>
            </a:r>
            <a:r>
              <a:rPr lang="en-US" sz="4900" b="1" baseline="0" dirty="0" smtClean="0">
                <a:solidFill>
                  <a:schemeClr val="bg1"/>
                </a:solidFill>
                <a:latin typeface="Trebuchet MS" pitchFamily="34" charset="0"/>
              </a:rPr>
              <a:t> </a:t>
            </a:r>
            <a:r>
              <a:rPr lang="en-US" sz="4900" b="1" dirty="0" smtClean="0">
                <a:solidFill>
                  <a:schemeClr val="bg1"/>
                </a:solidFill>
                <a:latin typeface="Trebuchet MS" pitchFamily="34" charset="0"/>
              </a:rPr>
              <a:t>GUIDE</a:t>
            </a:r>
          </a:p>
          <a:p>
            <a:pPr algn="ctr"/>
            <a:r>
              <a:rPr lang="en-US" sz="4400" b="1" dirty="0" smtClean="0">
                <a:solidFill>
                  <a:srgbClr val="FFFF00"/>
                </a:solidFill>
                <a:latin typeface="Trebuchet MS" pitchFamily="34" charset="0"/>
              </a:rPr>
              <a:t>(--THIS SECTION DOES NOT PRINT--)</a:t>
            </a:r>
          </a:p>
          <a:p>
            <a:pPr algn="ctr"/>
            <a:endParaRPr lang="en-US" sz="3600" b="1" dirty="0" smtClean="0">
              <a:latin typeface="Trebuchet MS" pitchFamily="34" charset="0"/>
            </a:endParaRPr>
          </a:p>
          <a:p>
            <a:pPr defTabSz="3600037"/>
            <a:r>
              <a:rPr lang="en-US" sz="3600" dirty="0" smtClean="0">
                <a:latin typeface="Trebuchet MS" pitchFamily="34" charset="0"/>
              </a:rPr>
              <a:t>This PowerPoint</a:t>
            </a:r>
            <a:r>
              <a:rPr lang="en-US" sz="3600" baseline="0" dirty="0" smtClean="0">
                <a:latin typeface="Trebuchet MS" pitchFamily="34" charset="0"/>
              </a:rPr>
              <a:t> </a:t>
            </a:r>
            <a:r>
              <a:rPr lang="en-US" sz="3600" dirty="0" smtClean="0">
                <a:latin typeface="Trebuchet MS" pitchFamily="34" charset="0"/>
              </a:rPr>
              <a:t>2007 template produces</a:t>
            </a:r>
            <a:r>
              <a:rPr lang="en-US" sz="3600" baseline="0" dirty="0" smtClean="0">
                <a:latin typeface="Trebuchet MS" pitchFamily="34" charset="0"/>
              </a:rPr>
              <a:t> </a:t>
            </a:r>
            <a:r>
              <a:rPr lang="en-US" sz="3600" dirty="0" smtClean="0">
                <a:latin typeface="Trebuchet MS" pitchFamily="34" charset="0"/>
              </a:rPr>
              <a:t>a 100cm</a:t>
            </a:r>
            <a:r>
              <a:rPr lang="en-US" sz="3600" baseline="0" dirty="0" smtClean="0">
                <a:latin typeface="Trebuchet MS" pitchFamily="34" charset="0"/>
              </a:rPr>
              <a:t> x100cm</a:t>
            </a:r>
            <a:r>
              <a:rPr lang="en-US" sz="3600" dirty="0" smtClean="0">
                <a:latin typeface="Trebuchet MS" pitchFamily="34" charset="0"/>
              </a:rPr>
              <a:t> professional  poster. It</a:t>
            </a:r>
            <a:r>
              <a:rPr lang="en-US" sz="3600" baseline="0" dirty="0" smtClean="0">
                <a:latin typeface="Trebuchet MS" pitchFamily="34" charset="0"/>
              </a:rPr>
              <a:t> </a:t>
            </a:r>
            <a:r>
              <a:rPr lang="en-US" sz="3600" dirty="0" smtClean="0">
                <a:latin typeface="Trebuchet MS" pitchFamily="34" charset="0"/>
              </a:rPr>
              <a:t>will save you valuable time placing titles, subtitles,</a:t>
            </a:r>
            <a:r>
              <a:rPr lang="en-US" sz="3600" baseline="0" dirty="0" smtClean="0">
                <a:latin typeface="Trebuchet MS" pitchFamily="34" charset="0"/>
              </a:rPr>
              <a:t> text, and graphics</a:t>
            </a:r>
            <a:r>
              <a:rPr lang="en-US" sz="3600" dirty="0" smtClean="0">
                <a:latin typeface="Trebuchet MS" pitchFamily="34" charset="0"/>
              </a:rPr>
              <a:t>. </a:t>
            </a:r>
          </a:p>
          <a:p>
            <a:pPr defTabSz="3600037"/>
            <a:endParaRPr lang="en-US" sz="3600" dirty="0" smtClean="0">
              <a:latin typeface="Trebuchet MS" pitchFamily="34" charset="0"/>
            </a:endParaRPr>
          </a:p>
          <a:p>
            <a:pPr defTabSz="3600037"/>
            <a:r>
              <a:rPr lang="en-US" sz="3600" dirty="0" smtClean="0">
                <a:latin typeface="Trebuchet MS" pitchFamily="34" charset="0"/>
              </a:rPr>
              <a:t>Use it to create your presentation. Then send</a:t>
            </a:r>
            <a:r>
              <a:rPr lang="en-US" sz="3600" baseline="0" dirty="0" smtClean="0">
                <a:latin typeface="Trebuchet MS" pitchFamily="34" charset="0"/>
              </a:rPr>
              <a:t> it </a:t>
            </a:r>
            <a:r>
              <a:rPr lang="en-US" sz="3600" dirty="0" smtClean="0">
                <a:latin typeface="Trebuchet MS" pitchFamily="34" charset="0"/>
              </a:rPr>
              <a:t>to </a:t>
            </a:r>
            <a:r>
              <a:rPr lang="en-US" sz="3600" b="1" dirty="0" smtClean="0">
                <a:latin typeface="Trebuchet MS" pitchFamily="34" charset="0"/>
              </a:rPr>
              <a:t>PosterPresentations.com</a:t>
            </a:r>
            <a:r>
              <a:rPr lang="en-US" sz="3600" dirty="0" smtClean="0">
                <a:latin typeface="Trebuchet MS" pitchFamily="34" charset="0"/>
              </a:rPr>
              <a:t> for premium quality, same day affordable printing.</a:t>
            </a:r>
            <a:br>
              <a:rPr lang="en-US" sz="3600" dirty="0" smtClean="0">
                <a:latin typeface="Trebuchet MS" pitchFamily="34" charset="0"/>
              </a:rPr>
            </a:br>
            <a:endParaRPr lang="en-US" sz="3600" dirty="0" smtClean="0">
              <a:latin typeface="Trebuchet MS" pitchFamily="34" charset="0"/>
            </a:endParaRPr>
          </a:p>
          <a:p>
            <a:pPr defTabSz="3600037"/>
            <a:r>
              <a:rPr lang="en-US" sz="3600" dirty="0" smtClean="0">
                <a:latin typeface="Trebuchet MS" pitchFamily="34" charset="0"/>
              </a:rPr>
              <a:t>We provide a series of </a:t>
            </a:r>
            <a:r>
              <a:rPr lang="en-US" sz="3600" b="1" dirty="0" smtClean="0">
                <a:latin typeface="Trebuchet MS" pitchFamily="34" charset="0"/>
              </a:rPr>
              <a:t>online tutorials</a:t>
            </a:r>
            <a:r>
              <a:rPr lang="en-US" sz="3600" dirty="0" smtClean="0">
                <a:latin typeface="Trebuchet MS" pitchFamily="34" charset="0"/>
              </a:rPr>
              <a:t> that will guide you through the poster design process and answer your poster production questions. </a:t>
            </a:r>
          </a:p>
          <a:p>
            <a:pPr defTabSz="3600037"/>
            <a:endParaRPr lang="en-US" sz="3600" dirty="0" smtClean="0">
              <a:latin typeface="Trebuchet MS" pitchFamily="34" charset="0"/>
            </a:endParaRPr>
          </a:p>
          <a:p>
            <a:pPr defTabSz="3600037"/>
            <a:r>
              <a:rPr lang="en-US" sz="3600" dirty="0" smtClean="0">
                <a:latin typeface="Trebuchet MS" pitchFamily="34" charset="0"/>
              </a:rPr>
              <a:t>View our online</a:t>
            </a:r>
            <a:r>
              <a:rPr lang="en-US" sz="3600" baseline="0" dirty="0" smtClean="0">
                <a:latin typeface="Trebuchet MS" pitchFamily="34" charset="0"/>
              </a:rPr>
              <a:t> tutorials at:</a:t>
            </a:r>
            <a:r>
              <a:rPr lang="en-US" sz="3600" dirty="0" smtClean="0">
                <a:latin typeface="Trebuchet MS" pitchFamily="34" charset="0"/>
              </a:rPr>
              <a:t/>
            </a:r>
            <a:br>
              <a:rPr lang="en-US" sz="3600" dirty="0" smtClean="0">
                <a:latin typeface="Trebuchet MS" pitchFamily="34" charset="0"/>
              </a:rPr>
            </a:br>
            <a:r>
              <a:rPr lang="en-US" sz="3600" dirty="0" smtClean="0">
                <a:solidFill>
                  <a:srgbClr val="FFFF00"/>
                </a:solidFill>
                <a:latin typeface="Trebuchet MS" pitchFamily="34" charset="0"/>
              </a:rPr>
              <a:t> http://bit.ly/Poster_creation_help </a:t>
            </a:r>
            <a:r>
              <a:rPr lang="en-US" sz="3600" dirty="0" smtClean="0">
                <a:latin typeface="Trebuchet MS" pitchFamily="34" charset="0"/>
              </a:rPr>
              <a:t/>
            </a:r>
            <a:br>
              <a:rPr lang="en-US" sz="3600" dirty="0" smtClean="0">
                <a:latin typeface="Trebuchet MS" pitchFamily="34" charset="0"/>
              </a:rPr>
            </a:br>
            <a:r>
              <a:rPr lang="en-US" sz="3600" dirty="0" smtClean="0">
                <a:latin typeface="Trebuchet MS" pitchFamily="34" charset="0"/>
              </a:rPr>
              <a:t>(copy</a:t>
            </a:r>
            <a:r>
              <a:rPr lang="en-US" sz="3600" baseline="0" dirty="0" smtClean="0">
                <a:latin typeface="Trebuchet MS" pitchFamily="34" charset="0"/>
              </a:rPr>
              <a:t> and paste the link into your web browser).</a:t>
            </a:r>
          </a:p>
          <a:p>
            <a:pPr defTabSz="3600037"/>
            <a:endParaRPr lang="en-US" sz="3600" dirty="0" smtClean="0">
              <a:latin typeface="Trebuchet MS" pitchFamily="34" charset="0"/>
            </a:endParaRPr>
          </a:p>
          <a:p>
            <a:pPr defTabSz="3600037"/>
            <a:r>
              <a:rPr lang="en-US" sz="3600" dirty="0" smtClean="0">
                <a:latin typeface="Trebuchet MS" pitchFamily="34" charset="0"/>
              </a:rPr>
              <a:t>For assistance and to order your printed poster</a:t>
            </a:r>
            <a:r>
              <a:rPr lang="en-US" sz="3600" dirty="0" smtClean="0">
                <a:solidFill>
                  <a:schemeClr val="bg1"/>
                </a:solidFill>
                <a:latin typeface="Trebuchet MS" pitchFamily="34" charset="0"/>
              </a:rPr>
              <a:t> call </a:t>
            </a:r>
            <a:r>
              <a:rPr lang="en-US" sz="3600" b="1" dirty="0" smtClean="0">
                <a:solidFill>
                  <a:srgbClr val="FFFF00"/>
                </a:solidFill>
                <a:latin typeface="Trebuchet MS" pitchFamily="34" charset="0"/>
              </a:rPr>
              <a:t>PosterPresentations.com</a:t>
            </a:r>
            <a:r>
              <a:rPr lang="en-US" sz="3600" dirty="0" smtClean="0">
                <a:solidFill>
                  <a:srgbClr val="FFFF00"/>
                </a:solidFill>
                <a:latin typeface="Trebuchet MS" pitchFamily="34" charset="0"/>
              </a:rPr>
              <a:t> </a:t>
            </a:r>
            <a:r>
              <a:rPr lang="en-US" sz="3600" dirty="0" smtClean="0">
                <a:latin typeface="Trebuchet MS" pitchFamily="34" charset="0"/>
              </a:rPr>
              <a:t>at </a:t>
            </a:r>
            <a:r>
              <a:rPr lang="en-US" sz="4400" b="1" dirty="0" smtClean="0">
                <a:solidFill>
                  <a:srgbClr val="FFFF00"/>
                </a:solidFill>
                <a:latin typeface="Trebuchet MS" pitchFamily="34" charset="0"/>
              </a:rPr>
              <a:t>1.866.649.3004</a:t>
            </a:r>
          </a:p>
          <a:p>
            <a:pPr defTabSz="3600037"/>
            <a:endParaRPr lang="en-US" sz="4400" b="1" dirty="0" smtClean="0">
              <a:solidFill>
                <a:srgbClr val="FFFF00"/>
              </a:solidFill>
              <a:latin typeface="Trebuchet MS" pitchFamily="34" charset="0"/>
            </a:endParaRPr>
          </a:p>
          <a:p>
            <a:pPr defTabSz="3600037"/>
            <a:endParaRPr lang="en-US" sz="4400" b="1" dirty="0" smtClean="0">
              <a:solidFill>
                <a:srgbClr val="FFFF00"/>
              </a:solidFill>
              <a:latin typeface="Trebuchet MS" pitchFamily="34" charset="0"/>
            </a:endParaRPr>
          </a:p>
          <a:p>
            <a:pPr algn="ctr"/>
            <a:r>
              <a:rPr lang="en-US" sz="4900" b="1" dirty="0" smtClean="0">
                <a:solidFill>
                  <a:schemeClr val="bg1"/>
                </a:solidFill>
                <a:latin typeface="Trebuchet MS" pitchFamily="34" charset="0"/>
              </a:rPr>
              <a:t>Object Placeholders</a:t>
            </a:r>
          </a:p>
          <a:p>
            <a:pPr algn="ctr"/>
            <a:endParaRPr lang="en-US" sz="4900" b="1" dirty="0" smtClean="0">
              <a:solidFill>
                <a:schemeClr val="bg1"/>
              </a:solidFill>
              <a:latin typeface="Trebuchet MS" pitchFamily="34" charset="0"/>
            </a:endParaRPr>
          </a:p>
          <a:p>
            <a:pPr defTabSz="3600037"/>
            <a:r>
              <a:rPr lang="en-US" sz="3600" dirty="0" smtClean="0">
                <a:latin typeface="Trebuchet MS" pitchFamily="34" charset="0"/>
              </a:rPr>
              <a:t>Use the placeholders provided below to add new elements to your poster:</a:t>
            </a:r>
            <a:r>
              <a:rPr lang="en-US" sz="3600" baseline="0" dirty="0" smtClean="0">
                <a:latin typeface="Trebuchet MS" pitchFamily="34" charset="0"/>
              </a:rPr>
              <a:t> </a:t>
            </a:r>
            <a:r>
              <a:rPr lang="en-US" sz="3600" dirty="0" smtClean="0">
                <a:latin typeface="Trebuchet MS" pitchFamily="34" charset="0"/>
              </a:rPr>
              <a:t>Drag a placeholder onto the</a:t>
            </a:r>
            <a:r>
              <a:rPr lang="en-US" sz="3600" baseline="0" dirty="0" smtClean="0">
                <a:latin typeface="Trebuchet MS" pitchFamily="34" charset="0"/>
              </a:rPr>
              <a:t> poster area,</a:t>
            </a:r>
            <a:r>
              <a:rPr lang="en-US" sz="3600" dirty="0" smtClean="0">
                <a:latin typeface="Trebuchet MS" pitchFamily="34" charset="0"/>
              </a:rPr>
              <a:t> size it, and click it to edit.</a:t>
            </a:r>
          </a:p>
          <a:p>
            <a:pPr defTabSz="3600037"/>
            <a:endParaRPr lang="en-US" sz="3600" dirty="0" smtClean="0">
              <a:latin typeface="Trebuchet MS" pitchFamily="34" charset="0"/>
            </a:endParaRPr>
          </a:p>
          <a:p>
            <a:pPr defTabSz="3600037"/>
            <a:r>
              <a:rPr lang="en-US" sz="3600" b="1" dirty="0" smtClean="0">
                <a:solidFill>
                  <a:srgbClr val="FFFF00"/>
                </a:solidFill>
                <a:latin typeface="Trebuchet MS" pitchFamily="34" charset="0"/>
              </a:rPr>
              <a:t>Section Header placeholder</a:t>
            </a:r>
          </a:p>
          <a:p>
            <a:pPr defTabSz="3600037"/>
            <a:r>
              <a:rPr lang="en-US" sz="3600" dirty="0" smtClean="0">
                <a:latin typeface="Trebuchet MS" pitchFamily="34" charset="0"/>
              </a:rPr>
              <a:t>Move</a:t>
            </a:r>
            <a:r>
              <a:rPr lang="en-US" sz="3600" baseline="0" dirty="0" smtClean="0">
                <a:latin typeface="Trebuchet MS" pitchFamily="34" charset="0"/>
              </a:rPr>
              <a:t> this preformatted section header placeholder to the poster area to add another section header. Use section headers to separate topics or concepts within your presentation. </a:t>
            </a:r>
          </a:p>
          <a:p>
            <a:pPr defTabSz="3600037"/>
            <a:endParaRPr lang="en-US" sz="3600" baseline="0" dirty="0" smtClean="0">
              <a:latin typeface="Trebuchet MS" pitchFamily="34" charset="0"/>
            </a:endParaRPr>
          </a:p>
          <a:p>
            <a:pPr defTabSz="3600037"/>
            <a:endParaRPr lang="en-US" sz="3600" dirty="0" smtClean="0">
              <a:latin typeface="Trebuchet MS" pitchFamily="34" charset="0"/>
            </a:endParaRPr>
          </a:p>
          <a:p>
            <a:pPr defTabSz="3600037"/>
            <a:endParaRPr lang="en-US" sz="3600" b="1" dirty="0" smtClean="0">
              <a:solidFill>
                <a:srgbClr val="FFFF00"/>
              </a:solidFill>
              <a:latin typeface="Trebuchet MS" pitchFamily="34" charset="0"/>
            </a:endParaRPr>
          </a:p>
          <a:p>
            <a:pPr defTabSz="3600037"/>
            <a:r>
              <a:rPr lang="en-US" sz="3600" b="1" dirty="0" smtClean="0">
                <a:solidFill>
                  <a:srgbClr val="FFFF00"/>
                </a:solidFill>
                <a:latin typeface="Trebuchet MS" pitchFamily="34" charset="0"/>
              </a:rPr>
              <a:t>Text placeholder</a:t>
            </a:r>
          </a:p>
          <a:p>
            <a:pPr defTabSz="3600037"/>
            <a:r>
              <a:rPr lang="en-US" sz="3600" baseline="0" dirty="0" smtClean="0">
                <a:latin typeface="Trebuchet MS" pitchFamily="34" charset="0"/>
              </a:rPr>
              <a:t>Move this preformatted text placeholder to the poster to add a new body of text.</a:t>
            </a:r>
          </a:p>
          <a:p>
            <a:pPr defTabSz="3600037"/>
            <a:endParaRPr lang="en-US" sz="3600" baseline="0" dirty="0" smtClean="0">
              <a:latin typeface="Trebuchet MS" pitchFamily="34" charset="0"/>
            </a:endParaRPr>
          </a:p>
          <a:p>
            <a:pPr defTabSz="3600037"/>
            <a:endParaRPr lang="en-US" sz="3600" baseline="0" dirty="0" smtClean="0">
              <a:latin typeface="Trebuchet MS" pitchFamily="34" charset="0"/>
            </a:endParaRPr>
          </a:p>
          <a:p>
            <a:pPr defTabSz="3600037"/>
            <a:endParaRPr lang="en-US" sz="3600" baseline="0" dirty="0" smtClean="0">
              <a:latin typeface="Trebuchet MS" pitchFamily="34" charset="0"/>
            </a:endParaRPr>
          </a:p>
          <a:p>
            <a:pPr defTabSz="3600037"/>
            <a:endParaRPr lang="en-US" sz="3600" b="1" baseline="0" dirty="0" smtClean="0">
              <a:solidFill>
                <a:srgbClr val="FFFF00"/>
              </a:solidFill>
              <a:latin typeface="Trebuchet MS" pitchFamily="34" charset="0"/>
            </a:endParaRPr>
          </a:p>
          <a:p>
            <a:pPr defTabSz="3600037"/>
            <a:r>
              <a:rPr lang="en-US" sz="3600" b="1" baseline="0" dirty="0" smtClean="0">
                <a:solidFill>
                  <a:srgbClr val="FFFF00"/>
                </a:solidFill>
                <a:latin typeface="Trebuchet MS" pitchFamily="34" charset="0"/>
              </a:rPr>
              <a:t>Picture placeholder</a:t>
            </a:r>
          </a:p>
          <a:p>
            <a:pPr defTabSz="3600037"/>
            <a:r>
              <a:rPr lang="en-US" sz="3600" baseline="0" dirty="0" smtClean="0">
                <a:latin typeface="Trebuchet MS" pitchFamily="34" charset="0"/>
              </a:rPr>
              <a:t>Move this graphic placeholder onto your poster, size it first, and then click it to add a picture to the poster.</a:t>
            </a:r>
          </a:p>
          <a:p>
            <a:pPr defTabSz="3600037"/>
            <a:endParaRPr lang="en-US" sz="3000" baseline="0" dirty="0" smtClean="0">
              <a:latin typeface="Trebuchet MS" pitchFamily="34" charset="0"/>
            </a:endParaRPr>
          </a:p>
          <a:p>
            <a:pPr defTabSz="3600037"/>
            <a:endParaRPr lang="en-US" sz="3000" baseline="0" dirty="0" smtClean="0">
              <a:latin typeface="Trebuchet MS" pitchFamily="34" charset="0"/>
            </a:endParaRPr>
          </a:p>
          <a:p>
            <a:pPr defTabSz="3600037"/>
            <a:endParaRPr lang="en-US" sz="3000" baseline="0" dirty="0" smtClean="0">
              <a:latin typeface="Trebuchet MS" pitchFamily="34" charset="0"/>
            </a:endParaRPr>
          </a:p>
          <a:p>
            <a:pPr algn="ctr"/>
            <a:endParaRPr lang="en-US" sz="3900" b="1" dirty="0" smtClean="0">
              <a:solidFill>
                <a:schemeClr val="bg1"/>
              </a:solidFill>
              <a:latin typeface="Trebuchet MS" pitchFamily="34" charset="0"/>
            </a:endParaRPr>
          </a:p>
          <a:p>
            <a:pPr algn="ctr"/>
            <a:endParaRPr lang="en-US" sz="3900" b="1" dirty="0" smtClean="0">
              <a:solidFill>
                <a:schemeClr val="bg1"/>
              </a:solidFill>
              <a:latin typeface="Trebuchet MS" pitchFamily="34" charset="0"/>
            </a:endParaRPr>
          </a:p>
          <a:p>
            <a:pPr algn="ctr"/>
            <a:endParaRPr lang="en-US" sz="3900" b="1" dirty="0" smtClean="0">
              <a:solidFill>
                <a:schemeClr val="bg1"/>
              </a:solidFill>
              <a:latin typeface="Trebuchet MS" pitchFamily="34" charset="0"/>
            </a:endParaRPr>
          </a:p>
          <a:p>
            <a:pPr algn="ctr"/>
            <a:endParaRPr lang="en-US" sz="3900" b="1" dirty="0" smtClean="0">
              <a:solidFill>
                <a:schemeClr val="bg1"/>
              </a:solidFill>
              <a:latin typeface="Trebuchet MS" pitchFamily="34" charset="0"/>
            </a:endParaRPr>
          </a:p>
          <a:p>
            <a:pPr defTabSz="3600037"/>
            <a:endParaRPr lang="en-US" sz="3000" dirty="0" smtClean="0">
              <a:latin typeface="Trebuchet MS" pitchFamily="34" charset="0"/>
            </a:endParaRPr>
          </a:p>
          <a:p>
            <a:pPr algn="ctr"/>
            <a:endParaRPr lang="en-US" sz="3000" b="1" dirty="0" smtClean="0">
              <a:solidFill>
                <a:schemeClr val="bg1"/>
              </a:solidFill>
              <a:latin typeface="Trebuchet MS" pitchFamily="34" charset="0"/>
            </a:endParaRPr>
          </a:p>
          <a:p>
            <a:pPr defTabSz="3600037"/>
            <a:endParaRPr lang="en-US" sz="3000" b="1" dirty="0" smtClean="0">
              <a:solidFill>
                <a:srgbClr val="FFFF00"/>
              </a:solidFill>
              <a:latin typeface="Trebuchet MS" pitchFamily="34" charset="0"/>
            </a:endParaRPr>
          </a:p>
          <a:p>
            <a:pPr algn="ctr"/>
            <a:endParaRPr lang="en-US" sz="3900" b="1" dirty="0">
              <a:latin typeface="Trebuchet MS" pitchFamily="34" charset="0"/>
            </a:endParaRPr>
          </a:p>
        </p:txBody>
      </p:sp>
      <p:sp>
        <p:nvSpPr>
          <p:cNvPr id="7" name="Rectangle 36"/>
          <p:cNvSpPr>
            <a:spLocks noChangeArrowheads="1"/>
          </p:cNvSpPr>
          <p:nvPr/>
        </p:nvSpPr>
        <p:spPr bwMode="auto">
          <a:xfrm>
            <a:off x="0" y="0"/>
            <a:ext cx="35999738" cy="5249962"/>
          </a:xfrm>
          <a:prstGeom prst="rect">
            <a:avLst/>
          </a:prstGeom>
          <a:solidFill>
            <a:schemeClr val="accent5">
              <a:lumMod val="7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74996" tIns="37497" rIns="74996" bIns="37497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9" name="Rectangle 9"/>
          <p:cNvSpPr>
            <a:spLocks noChangeArrowheads="1"/>
          </p:cNvSpPr>
          <p:nvPr/>
        </p:nvSpPr>
        <p:spPr bwMode="auto">
          <a:xfrm>
            <a:off x="0" y="5255171"/>
            <a:ext cx="35999738" cy="166665"/>
          </a:xfrm>
          <a:prstGeom prst="rect">
            <a:avLst/>
          </a:prstGeom>
          <a:solidFill>
            <a:schemeClr val="accent5">
              <a:lumMod val="50000"/>
            </a:schemeClr>
          </a:solidFill>
          <a:ln w="152400">
            <a:noFill/>
            <a:miter lim="800000"/>
            <a:headEnd/>
            <a:tailEnd/>
          </a:ln>
          <a:effectLst/>
        </p:spPr>
        <p:txBody>
          <a:bodyPr wrap="none" lIns="74996" tIns="37497" rIns="74996" bIns="37497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10" name="Text Box 14"/>
          <p:cNvSpPr txBox="1">
            <a:spLocks noChangeArrowheads="1"/>
          </p:cNvSpPr>
          <p:nvPr/>
        </p:nvSpPr>
        <p:spPr bwMode="auto">
          <a:xfrm>
            <a:off x="671873" y="35249746"/>
            <a:ext cx="2062485" cy="2748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74854" tIns="37420" rIns="74854" bIns="37420">
            <a:spAutoFit/>
          </a:bodyPr>
          <a:lstStyle/>
          <a:p>
            <a:pPr eaLnBrk="0" hangingPunct="0">
              <a:lnSpc>
                <a:spcPct val="65000"/>
              </a:lnSpc>
              <a:spcBef>
                <a:spcPct val="50000"/>
              </a:spcBef>
              <a:defRPr/>
            </a:pPr>
            <a:r>
              <a:rPr lang="en-US" sz="400" b="1" dirty="0" smtClean="0">
                <a:solidFill>
                  <a:schemeClr val="bg1">
                    <a:lumMod val="75000"/>
                  </a:schemeClr>
                </a:solidFill>
                <a:latin typeface="Arial" charset="0"/>
              </a:rPr>
              <a:t>RESEARCH POSTER PRESENTATION </a:t>
            </a:r>
            <a:r>
              <a:rPr lang="en-US" sz="400" b="1" dirty="0">
                <a:solidFill>
                  <a:schemeClr val="bg1">
                    <a:lumMod val="75000"/>
                  </a:schemeClr>
                </a:solidFill>
                <a:latin typeface="Arial" charset="0"/>
              </a:rPr>
              <a:t>DESIGN © </a:t>
            </a:r>
            <a:r>
              <a:rPr lang="en-US" sz="400" b="1" dirty="0" smtClean="0">
                <a:solidFill>
                  <a:schemeClr val="bg1">
                    <a:lumMod val="75000"/>
                  </a:schemeClr>
                </a:solidFill>
                <a:latin typeface="Arial" charset="0"/>
              </a:rPr>
              <a:t>2011</a:t>
            </a:r>
            <a:endParaRPr lang="en-US" sz="400" b="1" dirty="0">
              <a:solidFill>
                <a:schemeClr val="bg1">
                  <a:lumMod val="75000"/>
                </a:schemeClr>
              </a:solidFill>
              <a:latin typeface="Arial" charset="0"/>
            </a:endParaRPr>
          </a:p>
          <a:p>
            <a:pPr eaLnBrk="0" hangingPunct="0">
              <a:lnSpc>
                <a:spcPct val="65000"/>
              </a:lnSpc>
              <a:spcBef>
                <a:spcPct val="50000"/>
              </a:spcBef>
              <a:defRPr/>
            </a:pPr>
            <a:r>
              <a:rPr lang="en-US" sz="900" b="1" dirty="0">
                <a:solidFill>
                  <a:schemeClr val="bg1">
                    <a:lumMod val="75000"/>
                  </a:schemeClr>
                </a:solidFill>
                <a:latin typeface="Arial" charset="0"/>
              </a:rPr>
              <a:t>www.PosterPresentations.com</a:t>
            </a:r>
          </a:p>
        </p:txBody>
      </p:sp>
      <p:sp>
        <p:nvSpPr>
          <p:cNvPr id="16" name="Rectangle 33"/>
          <p:cNvSpPr>
            <a:spLocks noChangeArrowheads="1"/>
          </p:cNvSpPr>
          <p:nvPr/>
        </p:nvSpPr>
        <p:spPr bwMode="auto">
          <a:xfrm>
            <a:off x="756506" y="5749958"/>
            <a:ext cx="16993365" cy="29249787"/>
          </a:xfrm>
          <a:prstGeom prst="rect">
            <a:avLst/>
          </a:prstGeom>
          <a:solidFill>
            <a:srgbClr val="FFFFFF"/>
          </a:solidFill>
          <a:ln w="9525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lIns="74996" tIns="37497" rIns="74996" bIns="37497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17" name="Rectangle 33"/>
          <p:cNvSpPr>
            <a:spLocks noChangeArrowheads="1"/>
          </p:cNvSpPr>
          <p:nvPr/>
        </p:nvSpPr>
        <p:spPr bwMode="auto">
          <a:xfrm>
            <a:off x="18249867" y="5749958"/>
            <a:ext cx="16995970" cy="29249787"/>
          </a:xfrm>
          <a:prstGeom prst="rect">
            <a:avLst/>
          </a:prstGeom>
          <a:solidFill>
            <a:srgbClr val="FFFFFF"/>
          </a:solidFill>
          <a:ln w="9525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lIns="74996" tIns="37497" rIns="74996" bIns="37497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34" name="Rectangle 33"/>
          <p:cNvSpPr/>
          <p:nvPr/>
        </p:nvSpPr>
        <p:spPr>
          <a:xfrm>
            <a:off x="-17377841" y="21374844"/>
            <a:ext cx="17089190" cy="849994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996" tIns="37497" rIns="74996" bIns="37497" rtlCol="0" anchor="ctr"/>
          <a:lstStyle/>
          <a:p>
            <a:pPr algn="ctr"/>
            <a:endParaRPr lang="en-US" dirty="0"/>
          </a:p>
        </p:txBody>
      </p:sp>
      <p:pic>
        <p:nvPicPr>
          <p:cNvPr id="3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7665507" y="15873301"/>
            <a:ext cx="3888887" cy="25417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2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7399883" y="12459082"/>
            <a:ext cx="756016" cy="38207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</p:pic>
      <p:sp>
        <p:nvSpPr>
          <p:cNvPr id="44" name="TextBox 43"/>
          <p:cNvSpPr txBox="1"/>
          <p:nvPr/>
        </p:nvSpPr>
        <p:spPr>
          <a:xfrm>
            <a:off x="36551522" y="33123960"/>
            <a:ext cx="7513303" cy="2384051"/>
          </a:xfrm>
          <a:prstGeom prst="rect">
            <a:avLst/>
          </a:prstGeom>
          <a:noFill/>
        </p:spPr>
        <p:txBody>
          <a:bodyPr wrap="square" lIns="74996" tIns="37497" rIns="74996" bIns="37497" rtlCol="0">
            <a:spAutoFit/>
          </a:bodyPr>
          <a:lstStyle/>
          <a:p>
            <a:r>
              <a:rPr lang="en-US" sz="3900" dirty="0" smtClean="0">
                <a:solidFill>
                  <a:schemeClr val="bg1"/>
                </a:solidFill>
              </a:rPr>
              <a:t>© 2011 PosterPresentations.com</a:t>
            </a:r>
            <a:br>
              <a:rPr lang="en-US" sz="3900" dirty="0" smtClean="0">
                <a:solidFill>
                  <a:schemeClr val="bg1"/>
                </a:solidFill>
              </a:rPr>
            </a:br>
            <a:r>
              <a:rPr lang="en-US" sz="3900" dirty="0" smtClean="0">
                <a:solidFill>
                  <a:schemeClr val="bg1"/>
                </a:solidFill>
              </a:rPr>
              <a:t>    </a:t>
            </a:r>
            <a:r>
              <a:rPr lang="en-US" sz="3600" dirty="0" smtClean="0">
                <a:solidFill>
                  <a:schemeClr val="bg1"/>
                </a:solidFill>
              </a:rPr>
              <a:t>2117 Fourth Street ,</a:t>
            </a:r>
            <a:r>
              <a:rPr lang="en-US" sz="3600" baseline="0" dirty="0" smtClean="0">
                <a:solidFill>
                  <a:schemeClr val="bg1"/>
                </a:solidFill>
              </a:rPr>
              <a:t> Unit C</a:t>
            </a:r>
            <a:br>
              <a:rPr lang="en-US" sz="3600" baseline="0" dirty="0" smtClean="0">
                <a:solidFill>
                  <a:schemeClr val="bg1"/>
                </a:solidFill>
              </a:rPr>
            </a:br>
            <a:r>
              <a:rPr lang="en-US" sz="3600" baseline="0" dirty="0" smtClean="0">
                <a:solidFill>
                  <a:schemeClr val="bg1"/>
                </a:solidFill>
              </a:rPr>
              <a:t>    Berkeley CA 94710</a:t>
            </a:r>
            <a:br>
              <a:rPr lang="en-US" sz="3600" baseline="0" dirty="0" smtClean="0">
                <a:solidFill>
                  <a:schemeClr val="bg1"/>
                </a:solidFill>
              </a:rPr>
            </a:br>
            <a:r>
              <a:rPr lang="en-US" sz="3600" baseline="0" dirty="0" smtClean="0">
                <a:solidFill>
                  <a:schemeClr val="bg1"/>
                </a:solidFill>
              </a:rPr>
              <a:t>    </a:t>
            </a:r>
            <a:r>
              <a:rPr lang="en-US" sz="3600" b="1" baseline="0" dirty="0" smtClean="0">
                <a:solidFill>
                  <a:srgbClr val="FFFF00"/>
                </a:solidFill>
              </a:rPr>
              <a:t>posterpresenter@gmail.com</a:t>
            </a:r>
            <a:endParaRPr lang="en-US" sz="3900" b="1" dirty="0">
              <a:solidFill>
                <a:srgbClr val="FFFF00"/>
              </a:solidFill>
            </a:endParaRPr>
          </a:p>
        </p:txBody>
      </p:sp>
      <p:grpSp>
        <p:nvGrpSpPr>
          <p:cNvPr id="40" name="Group 39"/>
          <p:cNvGrpSpPr/>
          <p:nvPr/>
        </p:nvGrpSpPr>
        <p:grpSpPr>
          <a:xfrm>
            <a:off x="-16792428" y="33737870"/>
            <a:ext cx="15995559" cy="1883944"/>
            <a:chOff x="44242388" y="28054064"/>
            <a:chExt cx="9771398" cy="1090621"/>
          </a:xfrm>
        </p:grpSpPr>
        <p:sp>
          <p:nvSpPr>
            <p:cNvPr id="35" name="Rounded Rectangle 34"/>
            <p:cNvSpPr/>
            <p:nvPr userDrawn="1"/>
          </p:nvSpPr>
          <p:spPr>
            <a:xfrm>
              <a:off x="44242388" y="28054064"/>
              <a:ext cx="9771397" cy="1090621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7" name="Picture 7" descr="http://t2.gstatic.com/images?q=tbn:ANd9GcR4APHC6TT9w54M2zn_pvCiBxUNcspYPoVxirLRphBoJabfSvu7zw">
              <a:hlinkClick r:id="rId5"/>
            </p:cNvPr>
            <p:cNvPicPr>
              <a:picLocks noChangeAspect="1" noChangeArrowheads="1"/>
            </p:cNvPicPr>
            <p:nvPr userDrawn="1"/>
          </p:nvPicPr>
          <p:blipFill>
            <a:blip r:embed="rId6"/>
            <a:srcRect/>
            <a:stretch>
              <a:fillRect/>
            </a:stretch>
          </p:blipFill>
          <p:spPr bwMode="auto">
            <a:xfrm>
              <a:off x="44368327" y="28152425"/>
              <a:ext cx="914400" cy="914400"/>
            </a:xfrm>
            <a:prstGeom prst="rect">
              <a:avLst/>
            </a:prstGeom>
            <a:noFill/>
          </p:spPr>
        </p:pic>
        <p:sp>
          <p:nvSpPr>
            <p:cNvPr id="33" name="TextBox 32"/>
            <p:cNvSpPr txBox="1"/>
            <p:nvPr userDrawn="1"/>
          </p:nvSpPr>
          <p:spPr>
            <a:xfrm>
              <a:off x="45342598" y="28244014"/>
              <a:ext cx="8671188" cy="7483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900" dirty="0" smtClean="0">
                  <a:solidFill>
                    <a:schemeClr val="tx2"/>
                  </a:solidFill>
                  <a:latin typeface="Trebuchet MS" pitchFamily="34" charset="0"/>
                </a:rPr>
                <a:t>Student</a:t>
              </a:r>
              <a:r>
                <a:rPr lang="en-US" sz="3900" baseline="0" dirty="0" smtClean="0">
                  <a:solidFill>
                    <a:schemeClr val="tx2"/>
                  </a:solidFill>
                  <a:latin typeface="Trebuchet MS" pitchFamily="34" charset="0"/>
                </a:rPr>
                <a:t> discounts are available on our </a:t>
              </a:r>
              <a:r>
                <a:rPr lang="en-US" sz="3900" baseline="0" dirty="0" err="1" smtClean="0">
                  <a:solidFill>
                    <a:schemeClr val="tx2"/>
                  </a:solidFill>
                  <a:latin typeface="Trebuchet MS" pitchFamily="34" charset="0"/>
                </a:rPr>
                <a:t>Facebook</a:t>
              </a:r>
              <a:r>
                <a:rPr lang="en-US" sz="3900" baseline="0" dirty="0" smtClean="0">
                  <a:solidFill>
                    <a:schemeClr val="tx2"/>
                  </a:solidFill>
                  <a:latin typeface="Trebuchet MS" pitchFamily="34" charset="0"/>
                </a:rPr>
                <a:t> page.</a:t>
              </a:r>
              <a:br>
                <a:rPr lang="en-US" sz="3900" baseline="0" dirty="0" smtClean="0">
                  <a:solidFill>
                    <a:schemeClr val="tx2"/>
                  </a:solidFill>
                  <a:latin typeface="Trebuchet MS" pitchFamily="34" charset="0"/>
                </a:rPr>
              </a:br>
              <a:r>
                <a:rPr lang="en-US" sz="3900" baseline="0" dirty="0" smtClean="0">
                  <a:solidFill>
                    <a:schemeClr val="tx2"/>
                  </a:solidFill>
                  <a:latin typeface="Trebuchet MS" pitchFamily="34" charset="0"/>
                </a:rPr>
                <a:t>Go to </a:t>
              </a:r>
              <a:r>
                <a:rPr lang="en-US" sz="3900" u="sng" baseline="0" dirty="0" smtClean="0">
                  <a:solidFill>
                    <a:schemeClr val="tx2"/>
                  </a:solidFill>
                  <a:latin typeface="Trebuchet MS" pitchFamily="34" charset="0"/>
                </a:rPr>
                <a:t>PosterPresentations.com</a:t>
              </a:r>
              <a:r>
                <a:rPr lang="en-US" sz="3900" baseline="0" dirty="0" smtClean="0">
                  <a:solidFill>
                    <a:schemeClr val="tx2"/>
                  </a:solidFill>
                  <a:latin typeface="Trebuchet MS" pitchFamily="34" charset="0"/>
                </a:rPr>
                <a:t> and click on the FB icon. </a:t>
              </a:r>
              <a:endParaRPr lang="en-US" sz="3900" dirty="0">
                <a:solidFill>
                  <a:schemeClr val="tx2"/>
                </a:solidFill>
                <a:latin typeface="Trebuchet MS" pitchFamily="34" charset="0"/>
              </a:endParaRPr>
            </a:p>
          </p:txBody>
        </p:sp>
      </p:grpSp>
      <p:cxnSp>
        <p:nvCxnSpPr>
          <p:cNvPr id="43" name="Straight Connector 42"/>
          <p:cNvCxnSpPr/>
          <p:nvPr/>
        </p:nvCxnSpPr>
        <p:spPr>
          <a:xfrm>
            <a:off x="36271165" y="32651988"/>
            <a:ext cx="17119549" cy="3606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/>
          <p:nvPr/>
        </p:nvCxnSpPr>
        <p:spPr>
          <a:xfrm>
            <a:off x="-17377841" y="11308766"/>
            <a:ext cx="17073565" cy="3652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/>
          <p:cNvCxnSpPr/>
          <p:nvPr/>
        </p:nvCxnSpPr>
        <p:spPr>
          <a:xfrm>
            <a:off x="36281706" y="4920083"/>
            <a:ext cx="17109008" cy="1758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</p:sldLayoutIdLst>
  <p:txStyles>
    <p:titleStyle>
      <a:lvl1pPr algn="ctr" defTabSz="3599776" rtl="0" eaLnBrk="1" latinLnBrk="0" hangingPunct="1">
        <a:spcBef>
          <a:spcPct val="0"/>
        </a:spcBef>
        <a:buNone/>
        <a:defRPr sz="7200" kern="1200">
          <a:solidFill>
            <a:schemeClr val="bg1"/>
          </a:solidFill>
          <a:latin typeface="Trebuchet MS" pitchFamily="34" charset="0"/>
          <a:ea typeface="+mj-ea"/>
          <a:cs typeface="+mj-cs"/>
        </a:defRPr>
      </a:lvl1pPr>
    </p:titleStyle>
    <p:bodyStyle>
      <a:lvl1pPr marL="1349916" indent="-1349916" algn="l" defTabSz="3599776" rtl="0" eaLnBrk="1" latinLnBrk="0" hangingPunct="1">
        <a:spcBef>
          <a:spcPct val="20000"/>
        </a:spcBef>
        <a:buFont typeface="Arial" pitchFamily="34" charset="0"/>
        <a:buChar char="•"/>
        <a:defRPr sz="12600" kern="1200">
          <a:solidFill>
            <a:schemeClr val="tx1"/>
          </a:solidFill>
          <a:latin typeface="+mn-lt"/>
          <a:ea typeface="+mn-ea"/>
          <a:cs typeface="+mn-cs"/>
        </a:defRPr>
      </a:lvl1pPr>
      <a:lvl2pPr marL="2924818" indent="-1124930" algn="l" defTabSz="3599776" rtl="0" eaLnBrk="1" latinLnBrk="0" hangingPunct="1">
        <a:spcBef>
          <a:spcPct val="20000"/>
        </a:spcBef>
        <a:buFont typeface="Arial" pitchFamily="34" charset="0"/>
        <a:buChar char="–"/>
        <a:defRPr sz="11100" kern="1200">
          <a:solidFill>
            <a:schemeClr val="tx1"/>
          </a:solidFill>
          <a:latin typeface="+mn-lt"/>
          <a:ea typeface="+mn-ea"/>
          <a:cs typeface="+mn-cs"/>
        </a:defRPr>
      </a:lvl2pPr>
      <a:lvl3pPr marL="4499721" indent="-899945" algn="l" defTabSz="3599776" rtl="0" eaLnBrk="1" latinLnBrk="0" hangingPunct="1">
        <a:spcBef>
          <a:spcPct val="20000"/>
        </a:spcBef>
        <a:buFont typeface="Arial" pitchFamily="34" charset="0"/>
        <a:buChar char="•"/>
        <a:defRPr sz="9500" kern="1200">
          <a:solidFill>
            <a:schemeClr val="tx1"/>
          </a:solidFill>
          <a:latin typeface="+mn-lt"/>
          <a:ea typeface="+mn-ea"/>
          <a:cs typeface="+mn-cs"/>
        </a:defRPr>
      </a:lvl3pPr>
      <a:lvl4pPr marL="6299609" indent="-899945" algn="l" defTabSz="3599776" rtl="0" eaLnBrk="1" latinLnBrk="0" hangingPunct="1">
        <a:spcBef>
          <a:spcPct val="20000"/>
        </a:spcBef>
        <a:buFont typeface="Arial" pitchFamily="34" charset="0"/>
        <a:buChar char="–"/>
        <a:defRPr sz="7900" kern="1200">
          <a:solidFill>
            <a:schemeClr val="tx1"/>
          </a:solidFill>
          <a:latin typeface="+mn-lt"/>
          <a:ea typeface="+mn-ea"/>
          <a:cs typeface="+mn-cs"/>
        </a:defRPr>
      </a:lvl4pPr>
      <a:lvl5pPr marL="8099496" indent="-899945" algn="l" defTabSz="3599776" rtl="0" eaLnBrk="1" latinLnBrk="0" hangingPunct="1">
        <a:spcBef>
          <a:spcPct val="20000"/>
        </a:spcBef>
        <a:buFont typeface="Arial" pitchFamily="34" charset="0"/>
        <a:buChar char="»"/>
        <a:defRPr sz="7900" kern="1200">
          <a:solidFill>
            <a:schemeClr val="tx1"/>
          </a:solidFill>
          <a:latin typeface="+mn-lt"/>
          <a:ea typeface="+mn-ea"/>
          <a:cs typeface="+mn-cs"/>
        </a:defRPr>
      </a:lvl5pPr>
      <a:lvl6pPr marL="9899385" indent="-899945" algn="l" defTabSz="3599776" rtl="0" eaLnBrk="1" latinLnBrk="0" hangingPunct="1">
        <a:spcBef>
          <a:spcPct val="20000"/>
        </a:spcBef>
        <a:buFont typeface="Arial" pitchFamily="34" charset="0"/>
        <a:buChar char="•"/>
        <a:defRPr sz="7900" kern="1200">
          <a:solidFill>
            <a:schemeClr val="tx1"/>
          </a:solidFill>
          <a:latin typeface="+mn-lt"/>
          <a:ea typeface="+mn-ea"/>
          <a:cs typeface="+mn-cs"/>
        </a:defRPr>
      </a:lvl6pPr>
      <a:lvl7pPr marL="11699272" indent="-899945" algn="l" defTabSz="3599776" rtl="0" eaLnBrk="1" latinLnBrk="0" hangingPunct="1">
        <a:spcBef>
          <a:spcPct val="20000"/>
        </a:spcBef>
        <a:buFont typeface="Arial" pitchFamily="34" charset="0"/>
        <a:buChar char="•"/>
        <a:defRPr sz="7900" kern="1200">
          <a:solidFill>
            <a:schemeClr val="tx1"/>
          </a:solidFill>
          <a:latin typeface="+mn-lt"/>
          <a:ea typeface="+mn-ea"/>
          <a:cs typeface="+mn-cs"/>
        </a:defRPr>
      </a:lvl7pPr>
      <a:lvl8pPr marL="13499161" indent="-899945" algn="l" defTabSz="3599776" rtl="0" eaLnBrk="1" latinLnBrk="0" hangingPunct="1">
        <a:spcBef>
          <a:spcPct val="20000"/>
        </a:spcBef>
        <a:buFont typeface="Arial" pitchFamily="34" charset="0"/>
        <a:buChar char="•"/>
        <a:defRPr sz="7900" kern="1200">
          <a:solidFill>
            <a:schemeClr val="tx1"/>
          </a:solidFill>
          <a:latin typeface="+mn-lt"/>
          <a:ea typeface="+mn-ea"/>
          <a:cs typeface="+mn-cs"/>
        </a:defRPr>
      </a:lvl8pPr>
      <a:lvl9pPr marL="15299049" indent="-899945" algn="l" defTabSz="3599776" rtl="0" eaLnBrk="1" latinLnBrk="0" hangingPunct="1">
        <a:spcBef>
          <a:spcPct val="20000"/>
        </a:spcBef>
        <a:buFont typeface="Arial" pitchFamily="34" charset="0"/>
        <a:buChar char="•"/>
        <a:defRPr sz="7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599776" rtl="0" eaLnBrk="1" latinLnBrk="0" hangingPunct="1">
        <a:defRPr sz="7100" kern="1200">
          <a:solidFill>
            <a:schemeClr val="tx1"/>
          </a:solidFill>
          <a:latin typeface="+mn-lt"/>
          <a:ea typeface="+mn-ea"/>
          <a:cs typeface="+mn-cs"/>
        </a:defRPr>
      </a:lvl1pPr>
      <a:lvl2pPr marL="1799889" algn="l" defTabSz="3599776" rtl="0" eaLnBrk="1" latinLnBrk="0" hangingPunct="1">
        <a:defRPr sz="7100" kern="1200">
          <a:solidFill>
            <a:schemeClr val="tx1"/>
          </a:solidFill>
          <a:latin typeface="+mn-lt"/>
          <a:ea typeface="+mn-ea"/>
          <a:cs typeface="+mn-cs"/>
        </a:defRPr>
      </a:lvl2pPr>
      <a:lvl3pPr marL="3599776" algn="l" defTabSz="3599776" rtl="0" eaLnBrk="1" latinLnBrk="0" hangingPunct="1">
        <a:defRPr sz="7100" kern="1200">
          <a:solidFill>
            <a:schemeClr val="tx1"/>
          </a:solidFill>
          <a:latin typeface="+mn-lt"/>
          <a:ea typeface="+mn-ea"/>
          <a:cs typeface="+mn-cs"/>
        </a:defRPr>
      </a:lvl3pPr>
      <a:lvl4pPr marL="5399664" algn="l" defTabSz="3599776" rtl="0" eaLnBrk="1" latinLnBrk="0" hangingPunct="1">
        <a:defRPr sz="7100" kern="1200">
          <a:solidFill>
            <a:schemeClr val="tx1"/>
          </a:solidFill>
          <a:latin typeface="+mn-lt"/>
          <a:ea typeface="+mn-ea"/>
          <a:cs typeface="+mn-cs"/>
        </a:defRPr>
      </a:lvl4pPr>
      <a:lvl5pPr marL="7199552" algn="l" defTabSz="3599776" rtl="0" eaLnBrk="1" latinLnBrk="0" hangingPunct="1">
        <a:defRPr sz="7100" kern="1200">
          <a:solidFill>
            <a:schemeClr val="tx1"/>
          </a:solidFill>
          <a:latin typeface="+mn-lt"/>
          <a:ea typeface="+mn-ea"/>
          <a:cs typeface="+mn-cs"/>
        </a:defRPr>
      </a:lvl5pPr>
      <a:lvl6pPr marL="8999441" algn="l" defTabSz="3599776" rtl="0" eaLnBrk="1" latinLnBrk="0" hangingPunct="1">
        <a:defRPr sz="7100" kern="1200">
          <a:solidFill>
            <a:schemeClr val="tx1"/>
          </a:solidFill>
          <a:latin typeface="+mn-lt"/>
          <a:ea typeface="+mn-ea"/>
          <a:cs typeface="+mn-cs"/>
        </a:defRPr>
      </a:lvl6pPr>
      <a:lvl7pPr marL="10799330" algn="l" defTabSz="3599776" rtl="0" eaLnBrk="1" latinLnBrk="0" hangingPunct="1">
        <a:defRPr sz="7100" kern="1200">
          <a:solidFill>
            <a:schemeClr val="tx1"/>
          </a:solidFill>
          <a:latin typeface="+mn-lt"/>
          <a:ea typeface="+mn-ea"/>
          <a:cs typeface="+mn-cs"/>
        </a:defRPr>
      </a:lvl7pPr>
      <a:lvl8pPr marL="12599217" algn="l" defTabSz="3599776" rtl="0" eaLnBrk="1" latinLnBrk="0" hangingPunct="1">
        <a:defRPr sz="7100" kern="1200">
          <a:solidFill>
            <a:schemeClr val="tx1"/>
          </a:solidFill>
          <a:latin typeface="+mn-lt"/>
          <a:ea typeface="+mn-ea"/>
          <a:cs typeface="+mn-cs"/>
        </a:defRPr>
      </a:lvl8pPr>
      <a:lvl9pPr marL="14399106" algn="l" defTabSz="3599776" rtl="0" eaLnBrk="1" latinLnBrk="0" hangingPunct="1">
        <a:defRPr sz="7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36"/>
          <p:cNvSpPr>
            <a:spLocks noChangeArrowheads="1"/>
          </p:cNvSpPr>
          <p:nvPr/>
        </p:nvSpPr>
        <p:spPr bwMode="auto">
          <a:xfrm>
            <a:off x="0" y="0"/>
            <a:ext cx="35999738" cy="5249962"/>
          </a:xfrm>
          <a:prstGeom prst="rect">
            <a:avLst/>
          </a:prstGeom>
          <a:solidFill>
            <a:schemeClr val="accent5">
              <a:lumMod val="7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74996" tIns="37497" rIns="74996" bIns="37497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8" name="Rectangle 33"/>
          <p:cNvSpPr>
            <a:spLocks noChangeArrowheads="1"/>
          </p:cNvSpPr>
          <p:nvPr/>
        </p:nvSpPr>
        <p:spPr bwMode="auto">
          <a:xfrm>
            <a:off x="749998" y="5749958"/>
            <a:ext cx="11142776" cy="29249787"/>
          </a:xfrm>
          <a:prstGeom prst="rect">
            <a:avLst/>
          </a:prstGeom>
          <a:solidFill>
            <a:schemeClr val="bg1"/>
          </a:solidFill>
          <a:ln w="9525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lIns="74996" tIns="37497" rIns="74996" bIns="37497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9" name="Rectangle 9"/>
          <p:cNvSpPr>
            <a:spLocks noChangeArrowheads="1"/>
          </p:cNvSpPr>
          <p:nvPr/>
        </p:nvSpPr>
        <p:spPr bwMode="auto">
          <a:xfrm>
            <a:off x="0" y="5255171"/>
            <a:ext cx="35999738" cy="166665"/>
          </a:xfrm>
          <a:prstGeom prst="rect">
            <a:avLst/>
          </a:prstGeom>
          <a:solidFill>
            <a:schemeClr val="accent5">
              <a:lumMod val="50000"/>
            </a:schemeClr>
          </a:solidFill>
          <a:ln w="152400">
            <a:noFill/>
            <a:miter lim="800000"/>
            <a:headEnd/>
            <a:tailEnd/>
          </a:ln>
          <a:effectLst/>
        </p:spPr>
        <p:txBody>
          <a:bodyPr wrap="none" lIns="74996" tIns="37497" rIns="74996" bIns="37497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10" name="Text Box 14"/>
          <p:cNvSpPr txBox="1">
            <a:spLocks noChangeArrowheads="1"/>
          </p:cNvSpPr>
          <p:nvPr/>
        </p:nvSpPr>
        <p:spPr bwMode="auto">
          <a:xfrm>
            <a:off x="671873" y="35249746"/>
            <a:ext cx="2062485" cy="2748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74854" tIns="37420" rIns="74854" bIns="37420">
            <a:spAutoFit/>
          </a:bodyPr>
          <a:lstStyle/>
          <a:p>
            <a:pPr eaLnBrk="0" hangingPunct="0">
              <a:lnSpc>
                <a:spcPct val="65000"/>
              </a:lnSpc>
              <a:spcBef>
                <a:spcPct val="50000"/>
              </a:spcBef>
              <a:defRPr/>
            </a:pPr>
            <a:r>
              <a:rPr lang="en-US" sz="400" b="1" dirty="0" smtClean="0">
                <a:solidFill>
                  <a:schemeClr val="bg1">
                    <a:lumMod val="75000"/>
                  </a:schemeClr>
                </a:solidFill>
                <a:latin typeface="Arial" charset="0"/>
              </a:rPr>
              <a:t>RESEARCH POSTER PRESENTATION </a:t>
            </a:r>
            <a:r>
              <a:rPr lang="en-US" sz="400" b="1" dirty="0">
                <a:solidFill>
                  <a:schemeClr val="bg1">
                    <a:lumMod val="75000"/>
                  </a:schemeClr>
                </a:solidFill>
                <a:latin typeface="Arial" charset="0"/>
              </a:rPr>
              <a:t>DESIGN © </a:t>
            </a:r>
            <a:r>
              <a:rPr lang="en-US" sz="400" b="1" dirty="0" smtClean="0">
                <a:solidFill>
                  <a:schemeClr val="bg1">
                    <a:lumMod val="75000"/>
                  </a:schemeClr>
                </a:solidFill>
                <a:latin typeface="Arial" charset="0"/>
              </a:rPr>
              <a:t>2011</a:t>
            </a:r>
            <a:endParaRPr lang="en-US" sz="400" b="1" dirty="0">
              <a:solidFill>
                <a:schemeClr val="bg1">
                  <a:lumMod val="75000"/>
                </a:schemeClr>
              </a:solidFill>
              <a:latin typeface="Arial" charset="0"/>
            </a:endParaRPr>
          </a:p>
          <a:p>
            <a:pPr eaLnBrk="0" hangingPunct="0">
              <a:lnSpc>
                <a:spcPct val="65000"/>
              </a:lnSpc>
              <a:spcBef>
                <a:spcPct val="50000"/>
              </a:spcBef>
              <a:defRPr/>
            </a:pPr>
            <a:r>
              <a:rPr lang="en-US" sz="900" b="1" dirty="0">
                <a:solidFill>
                  <a:schemeClr val="bg1">
                    <a:lumMod val="75000"/>
                  </a:schemeClr>
                </a:solidFill>
                <a:latin typeface="Arial" charset="0"/>
              </a:rPr>
              <a:t>www.PosterPresentations.com</a:t>
            </a:r>
          </a:p>
        </p:txBody>
      </p:sp>
      <p:sp>
        <p:nvSpPr>
          <p:cNvPr id="18" name="Rectangle 33"/>
          <p:cNvSpPr>
            <a:spLocks noChangeArrowheads="1"/>
          </p:cNvSpPr>
          <p:nvPr/>
        </p:nvSpPr>
        <p:spPr bwMode="auto">
          <a:xfrm>
            <a:off x="12426531" y="5749958"/>
            <a:ext cx="11142776" cy="29249787"/>
          </a:xfrm>
          <a:prstGeom prst="rect">
            <a:avLst/>
          </a:prstGeom>
          <a:solidFill>
            <a:schemeClr val="bg1"/>
          </a:solidFill>
          <a:ln w="9525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lIns="74996" tIns="37497" rIns="74996" bIns="37497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19" name="Rectangle 33"/>
          <p:cNvSpPr>
            <a:spLocks noChangeArrowheads="1"/>
          </p:cNvSpPr>
          <p:nvPr/>
        </p:nvSpPr>
        <p:spPr bwMode="auto">
          <a:xfrm>
            <a:off x="24103065" y="5749958"/>
            <a:ext cx="11142776" cy="29249787"/>
          </a:xfrm>
          <a:prstGeom prst="rect">
            <a:avLst/>
          </a:prstGeom>
          <a:solidFill>
            <a:schemeClr val="bg1"/>
          </a:solidFill>
          <a:ln w="9525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lIns="74996" tIns="37497" rIns="74996" bIns="37497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21" name="Rectangle 20"/>
          <p:cNvSpPr/>
          <p:nvPr/>
        </p:nvSpPr>
        <p:spPr>
          <a:xfrm>
            <a:off x="36271165" y="0"/>
            <a:ext cx="11146809" cy="35999738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9992" tIns="299981" rIns="149992" bIns="149992" rtlCol="0" anchor="t" anchorCtr="0"/>
          <a:lstStyle/>
          <a:p>
            <a:pPr algn="ctr"/>
            <a:r>
              <a:rPr lang="en-US" sz="3900" b="1" dirty="0" smtClean="0">
                <a:solidFill>
                  <a:schemeClr val="bg1"/>
                </a:solidFill>
                <a:latin typeface="Trebuchet MS" pitchFamily="34" charset="0"/>
              </a:rPr>
              <a:t>QUICK</a:t>
            </a:r>
            <a:r>
              <a:rPr lang="en-US" sz="3900" b="1" baseline="0" dirty="0" smtClean="0">
                <a:solidFill>
                  <a:schemeClr val="bg1"/>
                </a:solidFill>
                <a:latin typeface="Trebuchet MS" pitchFamily="34" charset="0"/>
              </a:rPr>
              <a:t> TIPS</a:t>
            </a:r>
            <a:endParaRPr lang="en-US" sz="3900" b="1" dirty="0" smtClean="0">
              <a:solidFill>
                <a:schemeClr val="bg1"/>
              </a:solidFill>
              <a:latin typeface="Trebuchet MS" pitchFamily="34" charset="0"/>
            </a:endParaRPr>
          </a:p>
          <a:p>
            <a:pPr algn="ctr"/>
            <a:r>
              <a:rPr lang="en-US" sz="3900" b="1" dirty="0" smtClean="0">
                <a:solidFill>
                  <a:srgbClr val="FFFF00"/>
                </a:solidFill>
                <a:latin typeface="Trebuchet MS" pitchFamily="34" charset="0"/>
              </a:rPr>
              <a:t>(--THIS SECTION DOES NOT PRINT--)</a:t>
            </a:r>
          </a:p>
          <a:p>
            <a:pPr algn="ctr"/>
            <a:endParaRPr lang="en-US" sz="3300" b="1" dirty="0" smtClean="0">
              <a:latin typeface="Trebuchet MS" pitchFamily="34" charset="0"/>
            </a:endParaRPr>
          </a:p>
          <a:p>
            <a:pPr defTabSz="2571147"/>
            <a:r>
              <a:rPr lang="en-US" sz="3300" dirty="0" smtClean="0">
                <a:latin typeface="Trebuchet MS" pitchFamily="34" charset="0"/>
              </a:rPr>
              <a:t>This PowerPoint</a:t>
            </a:r>
            <a:r>
              <a:rPr lang="en-US" sz="3300" baseline="0" dirty="0" smtClean="0">
                <a:latin typeface="Trebuchet MS" pitchFamily="34" charset="0"/>
              </a:rPr>
              <a:t> template requires basic PowerPoint (version 2007 or newer) skills. Below is a list of commonly asked questions specific to this template. </a:t>
            </a:r>
            <a:br>
              <a:rPr lang="en-US" sz="3300" baseline="0" dirty="0" smtClean="0">
                <a:latin typeface="Trebuchet MS" pitchFamily="34" charset="0"/>
              </a:rPr>
            </a:br>
            <a:r>
              <a:rPr lang="en-US" sz="3300" baseline="0" dirty="0" smtClean="0">
                <a:latin typeface="Trebuchet MS" pitchFamily="34" charset="0"/>
              </a:rPr>
              <a:t>If you are using an older version of PowerPoint some template features may not work properly.</a:t>
            </a:r>
          </a:p>
          <a:p>
            <a:pPr defTabSz="2571147"/>
            <a:endParaRPr lang="en-US" sz="3900" b="1" dirty="0" smtClean="0">
              <a:solidFill>
                <a:srgbClr val="FFFF00"/>
              </a:solidFill>
              <a:latin typeface="Trebuchet MS" pitchFamily="34" charset="0"/>
            </a:endParaRPr>
          </a:p>
          <a:p>
            <a:pPr defTabSz="2571147"/>
            <a:endParaRPr lang="en-US" sz="3900" b="1" dirty="0" smtClean="0">
              <a:solidFill>
                <a:srgbClr val="FFFF00"/>
              </a:solidFill>
              <a:latin typeface="Trebuchet MS" pitchFamily="34" charset="0"/>
            </a:endParaRPr>
          </a:p>
          <a:p>
            <a:pPr algn="ctr"/>
            <a:r>
              <a:rPr lang="en-US" sz="3900" b="1" dirty="0" smtClean="0">
                <a:solidFill>
                  <a:schemeClr val="bg1"/>
                </a:solidFill>
                <a:latin typeface="Trebuchet MS" pitchFamily="34" charset="0"/>
              </a:rPr>
              <a:t>Using the template</a:t>
            </a:r>
            <a:endParaRPr lang="en-US" sz="3900" b="1" baseline="0" dirty="0" smtClean="0">
              <a:solidFill>
                <a:schemeClr val="bg1"/>
              </a:solidFill>
              <a:latin typeface="Trebuchet MS" pitchFamily="34" charset="0"/>
            </a:endParaRPr>
          </a:p>
          <a:p>
            <a:pPr algn="ctr"/>
            <a:endParaRPr lang="en-US" sz="3300" b="1" dirty="0" smtClean="0">
              <a:solidFill>
                <a:srgbClr val="FFFF00"/>
              </a:solidFill>
              <a:latin typeface="Trebuchet MS" pitchFamily="34" charset="0"/>
            </a:endParaRPr>
          </a:p>
          <a:p>
            <a:pPr marL="0" marR="0" indent="0" algn="l" defTabSz="25711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300" b="1" dirty="0" smtClean="0">
                <a:solidFill>
                  <a:srgbClr val="FFFF00"/>
                </a:solidFill>
                <a:latin typeface="Trebuchet MS" pitchFamily="34" charset="0"/>
              </a:rPr>
              <a:t>Verifying the quality of your graphics</a:t>
            </a:r>
          </a:p>
          <a:p>
            <a:pPr defTabSz="2571147"/>
            <a:r>
              <a:rPr lang="en-US" sz="3300" dirty="0" smtClean="0">
                <a:latin typeface="Trebuchet MS" pitchFamily="34" charset="0"/>
              </a:rPr>
              <a:t>Go to the </a:t>
            </a:r>
            <a:r>
              <a:rPr lang="en-US" sz="3300" baseline="0" dirty="0" smtClean="0">
                <a:latin typeface="Trebuchet MS" pitchFamily="34" charset="0"/>
              </a:rPr>
              <a:t>VIEW menu and click on ZOOM to set your preferred magnification. This template is at 100% the size of the final poster. All text and graphics will be printed at 100% their size. To see what your poster will look like when printed, set the zoom to 100% and evaluate the quality of all your graphics before you submit your poster for printing.</a:t>
            </a:r>
            <a:br>
              <a:rPr lang="en-US" sz="3300" baseline="0" dirty="0" smtClean="0">
                <a:latin typeface="Trebuchet MS" pitchFamily="34" charset="0"/>
              </a:rPr>
            </a:br>
            <a:endParaRPr lang="en-US" sz="3300" baseline="0" dirty="0" smtClean="0">
              <a:latin typeface="Trebuchet MS" pitchFamily="34" charset="0"/>
            </a:endParaRPr>
          </a:p>
          <a:p>
            <a:pPr defTabSz="2571147"/>
            <a:r>
              <a:rPr lang="en-US" sz="3300" b="1" dirty="0" smtClean="0">
                <a:solidFill>
                  <a:srgbClr val="FFFF00"/>
                </a:solidFill>
                <a:latin typeface="Trebuchet MS" pitchFamily="34" charset="0"/>
              </a:rPr>
              <a:t>Using the placeholders</a:t>
            </a:r>
          </a:p>
          <a:p>
            <a:pPr defTabSz="2571147"/>
            <a:r>
              <a:rPr lang="en-US" sz="3300" baseline="0" dirty="0" smtClean="0">
                <a:latin typeface="Trebuchet MS" pitchFamily="34" charset="0"/>
              </a:rPr>
              <a:t>To add text to this template click inside a placeholder and type in or paste your text. To move a placeholder, click on it </a:t>
            </a:r>
            <a:r>
              <a:rPr lang="en-US" sz="3300" u="sng" baseline="0" dirty="0" smtClean="0">
                <a:latin typeface="Trebuchet MS" pitchFamily="34" charset="0"/>
              </a:rPr>
              <a:t>once</a:t>
            </a:r>
            <a:r>
              <a:rPr lang="en-US" sz="3300" baseline="0" dirty="0" smtClean="0">
                <a:latin typeface="Trebuchet MS" pitchFamily="34" charset="0"/>
              </a:rPr>
              <a:t> (to select it), place your cursor on its frame and your cursor will change to this symbol:         Then, click </a:t>
            </a:r>
            <a:r>
              <a:rPr lang="en-US" sz="3300" u="sng" baseline="0" dirty="0" smtClean="0">
                <a:latin typeface="Trebuchet MS" pitchFamily="34" charset="0"/>
              </a:rPr>
              <a:t>once</a:t>
            </a:r>
            <a:r>
              <a:rPr lang="en-US" sz="3300" baseline="0" dirty="0" smtClean="0">
                <a:latin typeface="Trebuchet MS" pitchFamily="34" charset="0"/>
              </a:rPr>
              <a:t> and drag it to its new location where you can resize it as needed. Additional placeholders can be found on the left side of this template.</a:t>
            </a:r>
          </a:p>
          <a:p>
            <a:pPr defTabSz="2571147"/>
            <a:endParaRPr lang="en-US" sz="3300" b="1" baseline="0" dirty="0" smtClean="0">
              <a:solidFill>
                <a:srgbClr val="FFFF00"/>
              </a:solidFill>
              <a:latin typeface="Trebuchet MS" pitchFamily="34" charset="0"/>
            </a:endParaRPr>
          </a:p>
          <a:p>
            <a:pPr defTabSz="2571147"/>
            <a:r>
              <a:rPr lang="en-US" sz="3300" b="1" baseline="0" dirty="0" smtClean="0">
                <a:solidFill>
                  <a:srgbClr val="FFFF00"/>
                </a:solidFill>
                <a:latin typeface="Trebuchet MS" pitchFamily="34" charset="0"/>
              </a:rPr>
              <a:t>Modifying the layout</a:t>
            </a:r>
          </a:p>
          <a:p>
            <a:pPr defTabSz="2571147"/>
            <a:r>
              <a:rPr lang="en-US" sz="3300" dirty="0" smtClean="0">
                <a:latin typeface="Trebuchet MS" pitchFamily="34" charset="0"/>
              </a:rPr>
              <a:t>This template has four </a:t>
            </a:r>
            <a:r>
              <a:rPr lang="en-US" sz="3300" baseline="0" dirty="0" smtClean="0">
                <a:latin typeface="Trebuchet MS" pitchFamily="34" charset="0"/>
              </a:rPr>
              <a:t>different </a:t>
            </a:r>
          </a:p>
          <a:p>
            <a:pPr defTabSz="2571147"/>
            <a:r>
              <a:rPr lang="en-US" sz="3300" baseline="0" dirty="0" smtClean="0">
                <a:latin typeface="Trebuchet MS" pitchFamily="34" charset="0"/>
              </a:rPr>
              <a:t>column layouts.  </a:t>
            </a:r>
            <a:r>
              <a:rPr lang="en-US" sz="3300" u="sng" baseline="0" dirty="0" smtClean="0">
                <a:latin typeface="Trebuchet MS" pitchFamily="34" charset="0"/>
              </a:rPr>
              <a:t>Right-click</a:t>
            </a:r>
            <a:r>
              <a:rPr lang="en-US" sz="3300" baseline="0" dirty="0" smtClean="0">
                <a:latin typeface="Trebuchet MS" pitchFamily="34" charset="0"/>
              </a:rPr>
              <a:t> your </a:t>
            </a:r>
          </a:p>
          <a:p>
            <a:pPr defTabSz="2571147"/>
            <a:r>
              <a:rPr lang="en-US" sz="3300" baseline="0" dirty="0" smtClean="0">
                <a:latin typeface="Trebuchet MS" pitchFamily="34" charset="0"/>
              </a:rPr>
              <a:t>mouse on the background and </a:t>
            </a:r>
          </a:p>
          <a:p>
            <a:pPr defTabSz="2571147"/>
            <a:r>
              <a:rPr lang="en-US" sz="3300" baseline="0" dirty="0" smtClean="0">
                <a:latin typeface="Trebuchet MS" pitchFamily="34" charset="0"/>
              </a:rPr>
              <a:t>click on “Layout” to see the </a:t>
            </a:r>
          </a:p>
          <a:p>
            <a:pPr defTabSz="2571147"/>
            <a:r>
              <a:rPr lang="en-US" sz="3300" baseline="0" dirty="0" smtClean="0">
                <a:latin typeface="Trebuchet MS" pitchFamily="34" charset="0"/>
              </a:rPr>
              <a:t>layout options.  The columns in </a:t>
            </a:r>
          </a:p>
          <a:p>
            <a:pPr defTabSz="2571147"/>
            <a:r>
              <a:rPr lang="en-US" sz="3300" baseline="0" dirty="0" smtClean="0">
                <a:latin typeface="Trebuchet MS" pitchFamily="34" charset="0"/>
              </a:rPr>
              <a:t>the provided layouts are fixed and </a:t>
            </a:r>
          </a:p>
          <a:p>
            <a:pPr marL="0" marR="0" indent="0" algn="l" defTabSz="25711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300" baseline="0" dirty="0" smtClean="0">
                <a:latin typeface="Trebuchet MS" pitchFamily="34" charset="0"/>
              </a:rPr>
              <a:t>cannot be moved but advanced users can modify </a:t>
            </a:r>
          </a:p>
          <a:p>
            <a:pPr marL="0" marR="0" indent="0" algn="l" defTabSz="25711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300" baseline="0" dirty="0" smtClean="0">
                <a:latin typeface="Trebuchet MS" pitchFamily="34" charset="0"/>
              </a:rPr>
              <a:t>any layout by going to VIEW and then SLIDE MASTER.</a:t>
            </a:r>
          </a:p>
          <a:p>
            <a:pPr marL="0" marR="0" indent="0" algn="l" defTabSz="25711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3300" baseline="0" dirty="0" smtClean="0">
              <a:latin typeface="Trebuchet MS" pitchFamily="34" charset="0"/>
            </a:endParaRPr>
          </a:p>
          <a:p>
            <a:pPr defTabSz="2571147"/>
            <a:r>
              <a:rPr lang="en-US" sz="3300" b="1" baseline="0" dirty="0" smtClean="0">
                <a:solidFill>
                  <a:srgbClr val="FFFF00"/>
                </a:solidFill>
                <a:latin typeface="Trebuchet MS" pitchFamily="34" charset="0"/>
              </a:rPr>
              <a:t>Importing text and graphics from external sources</a:t>
            </a:r>
          </a:p>
          <a:p>
            <a:pPr defTabSz="2571147"/>
            <a:r>
              <a:rPr lang="en-US" sz="3300" b="1" u="sng" baseline="0" dirty="0" smtClean="0">
                <a:latin typeface="Trebuchet MS" pitchFamily="34" charset="0"/>
              </a:rPr>
              <a:t>TEXT: </a:t>
            </a:r>
            <a:r>
              <a:rPr lang="en-US" sz="3300" baseline="0" dirty="0" smtClean="0">
                <a:latin typeface="Trebuchet MS" pitchFamily="34" charset="0"/>
              </a:rPr>
              <a:t>Paste or type your text into a pre-existing placeholder or drag in a new placeholder from the left side of the template. Move it anywhere as needed.</a:t>
            </a:r>
          </a:p>
          <a:p>
            <a:pPr defTabSz="2571147"/>
            <a:r>
              <a:rPr lang="en-US" sz="3300" b="1" u="sng" baseline="0" dirty="0" smtClean="0">
                <a:latin typeface="Trebuchet MS" pitchFamily="34" charset="0"/>
              </a:rPr>
              <a:t>PHOTOS: </a:t>
            </a:r>
            <a:r>
              <a:rPr lang="en-US" sz="3300" baseline="0" dirty="0" smtClean="0">
                <a:latin typeface="Trebuchet MS" pitchFamily="34" charset="0"/>
              </a:rPr>
              <a:t>Drag in a picture placeholder, size it </a:t>
            </a:r>
            <a:r>
              <a:rPr lang="en-US" sz="3300" u="sng" baseline="0" dirty="0" smtClean="0">
                <a:latin typeface="Trebuchet MS" pitchFamily="34" charset="0"/>
              </a:rPr>
              <a:t>first</a:t>
            </a:r>
            <a:r>
              <a:rPr lang="en-US" sz="3300" baseline="0" dirty="0" smtClean="0">
                <a:latin typeface="Trebuchet MS" pitchFamily="34" charset="0"/>
              </a:rPr>
              <a:t>, click in it and insert a photo from the menu.</a:t>
            </a:r>
          </a:p>
          <a:p>
            <a:pPr defTabSz="2571147"/>
            <a:r>
              <a:rPr lang="en-US" sz="3300" b="1" u="sng" baseline="0" dirty="0" smtClean="0">
                <a:latin typeface="Trebuchet MS" pitchFamily="34" charset="0"/>
              </a:rPr>
              <a:t>TABLES: </a:t>
            </a:r>
            <a:r>
              <a:rPr lang="en-US" sz="3300" baseline="0" dirty="0" smtClean="0">
                <a:latin typeface="Trebuchet MS" pitchFamily="34" charset="0"/>
              </a:rPr>
              <a:t>You can copy and paste a table from an external document onto this poster template. To adjust  the way the text fits within the cells of a table that has been pasted, </a:t>
            </a:r>
            <a:r>
              <a:rPr lang="en-US" sz="3300" u="sng" baseline="0" dirty="0" smtClean="0">
                <a:latin typeface="Trebuchet MS" pitchFamily="34" charset="0"/>
              </a:rPr>
              <a:t>right-click</a:t>
            </a:r>
            <a:r>
              <a:rPr lang="en-US" sz="3300" baseline="0" dirty="0" smtClean="0">
                <a:latin typeface="Trebuchet MS" pitchFamily="34" charset="0"/>
              </a:rPr>
              <a:t> on the table, click FORMAT SHAPE  then click on TEXT BOX and change the INTERNAL MARGIN values to 0.25</a:t>
            </a:r>
          </a:p>
          <a:p>
            <a:pPr defTabSz="2571147"/>
            <a:endParaRPr lang="en-US" sz="3300" baseline="0" dirty="0" smtClean="0">
              <a:latin typeface="Trebuchet MS" pitchFamily="34" charset="0"/>
            </a:endParaRPr>
          </a:p>
          <a:p>
            <a:pPr defTabSz="2571147"/>
            <a:r>
              <a:rPr lang="en-US" sz="3300" b="1" baseline="0" dirty="0" smtClean="0">
                <a:solidFill>
                  <a:srgbClr val="FFFF00"/>
                </a:solidFill>
                <a:latin typeface="Trebuchet MS" pitchFamily="34" charset="0"/>
              </a:rPr>
              <a:t>Modifying the color scheme</a:t>
            </a:r>
          </a:p>
          <a:p>
            <a:pPr defTabSz="2571147"/>
            <a:r>
              <a:rPr lang="en-US" sz="3300" baseline="0" dirty="0" smtClean="0">
                <a:latin typeface="Trebuchet MS" pitchFamily="34" charset="0"/>
              </a:rPr>
              <a:t>To change the color scheme of this template go to the “Design” menu and click on “Colors”. You can choose from the provide color combinations or you can create your own.</a:t>
            </a:r>
          </a:p>
          <a:p>
            <a:pPr defTabSz="2571147"/>
            <a:endParaRPr lang="en-US" sz="3300" baseline="0" dirty="0" smtClean="0">
              <a:latin typeface="Trebuchet MS" pitchFamily="34" charset="0"/>
            </a:endParaRPr>
          </a:p>
          <a:p>
            <a:pPr defTabSz="2571147"/>
            <a:endParaRPr lang="en-US" sz="3300" baseline="0" dirty="0" smtClean="0">
              <a:latin typeface="Trebuchet MS" pitchFamily="34" charset="0"/>
            </a:endParaRPr>
          </a:p>
          <a:p>
            <a:pPr defTabSz="3600037"/>
            <a:endParaRPr lang="en-US" sz="2300" baseline="0" dirty="0" smtClean="0">
              <a:latin typeface="Trebuchet MS" pitchFamily="34" charset="0"/>
            </a:endParaRPr>
          </a:p>
          <a:p>
            <a:pPr defTabSz="3600037"/>
            <a:endParaRPr lang="en-US" sz="2300" dirty="0" smtClean="0">
              <a:latin typeface="Trebuchet MS" pitchFamily="34" charset="0"/>
            </a:endParaRPr>
          </a:p>
          <a:p>
            <a:pPr algn="ctr"/>
            <a:endParaRPr lang="en-US" sz="2300" b="1" dirty="0" smtClean="0">
              <a:solidFill>
                <a:schemeClr val="bg1"/>
              </a:solidFill>
              <a:latin typeface="Trebuchet MS" pitchFamily="34" charset="0"/>
            </a:endParaRPr>
          </a:p>
          <a:p>
            <a:pPr defTabSz="3600037"/>
            <a:endParaRPr lang="en-US" sz="2300" b="1" dirty="0" smtClean="0">
              <a:solidFill>
                <a:srgbClr val="FFFF00"/>
              </a:solidFill>
              <a:latin typeface="Trebuchet MS" pitchFamily="34" charset="0"/>
            </a:endParaRPr>
          </a:p>
          <a:p>
            <a:pPr algn="ctr"/>
            <a:endParaRPr lang="en-US" sz="3300" b="1" dirty="0">
              <a:latin typeface="Trebuchet MS" pitchFamily="34" charset="0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-11424920" y="-21430"/>
            <a:ext cx="11136268" cy="35999738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9992" tIns="299981" rIns="149992" bIns="149992" rtlCol="0" anchor="t" anchorCtr="0"/>
          <a:lstStyle/>
          <a:p>
            <a:pPr algn="ctr"/>
            <a:r>
              <a:rPr lang="en-US" sz="4400" b="1" dirty="0" smtClean="0">
                <a:solidFill>
                  <a:schemeClr val="bg1"/>
                </a:solidFill>
                <a:latin typeface="Trebuchet MS" pitchFamily="34" charset="0"/>
              </a:rPr>
              <a:t>QUICK DESIGN</a:t>
            </a:r>
            <a:r>
              <a:rPr lang="en-US" sz="4400" b="1" baseline="0" dirty="0" smtClean="0">
                <a:solidFill>
                  <a:schemeClr val="bg1"/>
                </a:solidFill>
                <a:latin typeface="Trebuchet MS" pitchFamily="34" charset="0"/>
              </a:rPr>
              <a:t> </a:t>
            </a:r>
            <a:r>
              <a:rPr lang="en-US" sz="4400" b="1" dirty="0" smtClean="0">
                <a:solidFill>
                  <a:schemeClr val="bg1"/>
                </a:solidFill>
                <a:latin typeface="Trebuchet MS" pitchFamily="34" charset="0"/>
              </a:rPr>
              <a:t>GUIDE</a:t>
            </a:r>
          </a:p>
          <a:p>
            <a:pPr algn="ctr"/>
            <a:r>
              <a:rPr lang="en-US" sz="3900" b="1" dirty="0" smtClean="0">
                <a:solidFill>
                  <a:srgbClr val="FFFF00"/>
                </a:solidFill>
                <a:latin typeface="Trebuchet MS" pitchFamily="34" charset="0"/>
              </a:rPr>
              <a:t>(--THIS SECTION DOES NOT PRINT--)</a:t>
            </a:r>
          </a:p>
          <a:p>
            <a:pPr algn="ctr"/>
            <a:endParaRPr lang="en-US" sz="3300" b="1" dirty="0" smtClean="0">
              <a:latin typeface="Trebuchet MS" pitchFamily="34" charset="0"/>
            </a:endParaRPr>
          </a:p>
          <a:p>
            <a:pPr defTabSz="3600037"/>
            <a:r>
              <a:rPr lang="en-US" sz="3300" dirty="0" smtClean="0">
                <a:latin typeface="Trebuchet MS" pitchFamily="34" charset="0"/>
              </a:rPr>
              <a:t>This PowerPoint</a:t>
            </a:r>
            <a:r>
              <a:rPr lang="en-US" sz="3300" baseline="0" dirty="0" smtClean="0">
                <a:latin typeface="Trebuchet MS" pitchFamily="34" charset="0"/>
              </a:rPr>
              <a:t> </a:t>
            </a:r>
            <a:r>
              <a:rPr lang="en-US" sz="3300" dirty="0" smtClean="0">
                <a:latin typeface="Trebuchet MS" pitchFamily="34" charset="0"/>
              </a:rPr>
              <a:t>2007 template produces</a:t>
            </a:r>
            <a:r>
              <a:rPr lang="en-US" sz="3300" baseline="0" dirty="0" smtClean="0">
                <a:latin typeface="Trebuchet MS" pitchFamily="34" charset="0"/>
              </a:rPr>
              <a:t> </a:t>
            </a:r>
            <a:r>
              <a:rPr lang="en-US" sz="3300" dirty="0" smtClean="0">
                <a:latin typeface="Trebuchet MS" pitchFamily="34" charset="0"/>
              </a:rPr>
              <a:t>a </a:t>
            </a:r>
            <a:r>
              <a:rPr lang="en-US" sz="3200" dirty="0" smtClean="0">
                <a:latin typeface="Trebuchet MS" pitchFamily="34" charset="0"/>
              </a:rPr>
              <a:t>100cm</a:t>
            </a:r>
            <a:r>
              <a:rPr lang="en-US" sz="3200" baseline="0" dirty="0" smtClean="0">
                <a:latin typeface="Trebuchet MS" pitchFamily="34" charset="0"/>
              </a:rPr>
              <a:t> x100cm</a:t>
            </a:r>
            <a:r>
              <a:rPr lang="en-US" sz="3200" dirty="0" smtClean="0">
                <a:latin typeface="Trebuchet MS" pitchFamily="34" charset="0"/>
              </a:rPr>
              <a:t> </a:t>
            </a:r>
            <a:r>
              <a:rPr lang="en-US" sz="3300" dirty="0" smtClean="0">
                <a:latin typeface="Trebuchet MS" pitchFamily="34" charset="0"/>
              </a:rPr>
              <a:t>professional  poster. It</a:t>
            </a:r>
            <a:r>
              <a:rPr lang="en-US" sz="3300" baseline="0" dirty="0" smtClean="0">
                <a:latin typeface="Trebuchet MS" pitchFamily="34" charset="0"/>
              </a:rPr>
              <a:t> </a:t>
            </a:r>
            <a:r>
              <a:rPr lang="en-US" sz="3300" dirty="0" smtClean="0">
                <a:latin typeface="Trebuchet MS" pitchFamily="34" charset="0"/>
              </a:rPr>
              <a:t>will save you valuable time placing titles, subtitles,</a:t>
            </a:r>
            <a:r>
              <a:rPr lang="en-US" sz="3300" baseline="0" dirty="0" smtClean="0">
                <a:latin typeface="Trebuchet MS" pitchFamily="34" charset="0"/>
              </a:rPr>
              <a:t> text, and graphics</a:t>
            </a:r>
            <a:r>
              <a:rPr lang="en-US" sz="3300" dirty="0" smtClean="0">
                <a:latin typeface="Trebuchet MS" pitchFamily="34" charset="0"/>
              </a:rPr>
              <a:t>. </a:t>
            </a:r>
          </a:p>
          <a:p>
            <a:pPr defTabSz="3600037"/>
            <a:endParaRPr lang="en-US" sz="3300" dirty="0" smtClean="0">
              <a:latin typeface="Trebuchet MS" pitchFamily="34" charset="0"/>
            </a:endParaRPr>
          </a:p>
          <a:p>
            <a:pPr defTabSz="3600037"/>
            <a:r>
              <a:rPr lang="en-US" sz="3300" dirty="0" smtClean="0">
                <a:latin typeface="Trebuchet MS" pitchFamily="34" charset="0"/>
              </a:rPr>
              <a:t>Use it to create your presentation. Then send</a:t>
            </a:r>
            <a:r>
              <a:rPr lang="en-US" sz="3300" baseline="0" dirty="0" smtClean="0">
                <a:latin typeface="Trebuchet MS" pitchFamily="34" charset="0"/>
              </a:rPr>
              <a:t> it </a:t>
            </a:r>
            <a:r>
              <a:rPr lang="en-US" sz="3300" dirty="0" smtClean="0">
                <a:latin typeface="Trebuchet MS" pitchFamily="34" charset="0"/>
              </a:rPr>
              <a:t>to </a:t>
            </a:r>
            <a:r>
              <a:rPr lang="en-US" sz="3300" b="1" dirty="0" smtClean="0">
                <a:latin typeface="Trebuchet MS" pitchFamily="34" charset="0"/>
              </a:rPr>
              <a:t>PosterPresentations.com</a:t>
            </a:r>
            <a:r>
              <a:rPr lang="en-US" sz="3300" dirty="0" smtClean="0">
                <a:latin typeface="Trebuchet MS" pitchFamily="34" charset="0"/>
              </a:rPr>
              <a:t> for premium quality, same day affordable printing.</a:t>
            </a:r>
            <a:br>
              <a:rPr lang="en-US" sz="3300" dirty="0" smtClean="0">
                <a:latin typeface="Trebuchet MS" pitchFamily="34" charset="0"/>
              </a:rPr>
            </a:br>
            <a:endParaRPr lang="en-US" sz="3300" dirty="0" smtClean="0">
              <a:latin typeface="Trebuchet MS" pitchFamily="34" charset="0"/>
            </a:endParaRPr>
          </a:p>
          <a:p>
            <a:pPr defTabSz="3600037"/>
            <a:r>
              <a:rPr lang="en-US" sz="3300" dirty="0" smtClean="0">
                <a:latin typeface="Trebuchet MS" pitchFamily="34" charset="0"/>
              </a:rPr>
              <a:t>We provide a series of </a:t>
            </a:r>
            <a:r>
              <a:rPr lang="en-US" sz="3300" b="1" dirty="0" smtClean="0">
                <a:latin typeface="Trebuchet MS" pitchFamily="34" charset="0"/>
              </a:rPr>
              <a:t>online tutorials</a:t>
            </a:r>
            <a:r>
              <a:rPr lang="en-US" sz="3300" dirty="0" smtClean="0">
                <a:latin typeface="Trebuchet MS" pitchFamily="34" charset="0"/>
              </a:rPr>
              <a:t> that will guide you through the poster design process and answer your poster production questions. </a:t>
            </a:r>
          </a:p>
          <a:p>
            <a:pPr defTabSz="3600037"/>
            <a:endParaRPr lang="en-US" sz="3300" dirty="0" smtClean="0">
              <a:latin typeface="Trebuchet MS" pitchFamily="34" charset="0"/>
            </a:endParaRPr>
          </a:p>
          <a:p>
            <a:pPr defTabSz="3600037"/>
            <a:r>
              <a:rPr lang="en-US" sz="3300" dirty="0" smtClean="0">
                <a:latin typeface="Trebuchet MS" pitchFamily="34" charset="0"/>
              </a:rPr>
              <a:t>View our online</a:t>
            </a:r>
            <a:r>
              <a:rPr lang="en-US" sz="3300" baseline="0" dirty="0" smtClean="0">
                <a:latin typeface="Trebuchet MS" pitchFamily="34" charset="0"/>
              </a:rPr>
              <a:t> tutorials at:</a:t>
            </a:r>
            <a:r>
              <a:rPr lang="en-US" sz="3300" dirty="0" smtClean="0">
                <a:latin typeface="Trebuchet MS" pitchFamily="34" charset="0"/>
              </a:rPr>
              <a:t/>
            </a:r>
            <a:br>
              <a:rPr lang="en-US" sz="3300" dirty="0" smtClean="0">
                <a:latin typeface="Trebuchet MS" pitchFamily="34" charset="0"/>
              </a:rPr>
            </a:br>
            <a:r>
              <a:rPr lang="en-US" sz="3300" dirty="0" smtClean="0">
                <a:solidFill>
                  <a:srgbClr val="FFFF00"/>
                </a:solidFill>
                <a:latin typeface="Trebuchet MS" pitchFamily="34" charset="0"/>
              </a:rPr>
              <a:t> http://bit.ly/Poster_creation_help </a:t>
            </a:r>
            <a:r>
              <a:rPr lang="en-US" sz="3300" dirty="0" smtClean="0">
                <a:latin typeface="Trebuchet MS" pitchFamily="34" charset="0"/>
              </a:rPr>
              <a:t/>
            </a:r>
            <a:br>
              <a:rPr lang="en-US" sz="3300" dirty="0" smtClean="0">
                <a:latin typeface="Trebuchet MS" pitchFamily="34" charset="0"/>
              </a:rPr>
            </a:br>
            <a:r>
              <a:rPr lang="en-US" sz="3300" dirty="0" smtClean="0">
                <a:latin typeface="Trebuchet MS" pitchFamily="34" charset="0"/>
              </a:rPr>
              <a:t>(copy</a:t>
            </a:r>
            <a:r>
              <a:rPr lang="en-US" sz="3300" baseline="0" dirty="0" smtClean="0">
                <a:latin typeface="Trebuchet MS" pitchFamily="34" charset="0"/>
              </a:rPr>
              <a:t> and paste the link into your web browser).</a:t>
            </a:r>
          </a:p>
          <a:p>
            <a:pPr defTabSz="3600037"/>
            <a:endParaRPr lang="en-US" sz="3300" dirty="0" smtClean="0">
              <a:latin typeface="Trebuchet MS" pitchFamily="34" charset="0"/>
            </a:endParaRPr>
          </a:p>
          <a:p>
            <a:pPr defTabSz="3600037"/>
            <a:r>
              <a:rPr lang="en-US" sz="3300" dirty="0" smtClean="0">
                <a:latin typeface="Trebuchet MS" pitchFamily="34" charset="0"/>
              </a:rPr>
              <a:t>For assistance and to order your printed poster</a:t>
            </a:r>
            <a:r>
              <a:rPr lang="en-US" sz="3300" dirty="0" smtClean="0">
                <a:solidFill>
                  <a:schemeClr val="bg1"/>
                </a:solidFill>
                <a:latin typeface="Trebuchet MS" pitchFamily="34" charset="0"/>
              </a:rPr>
              <a:t> call </a:t>
            </a:r>
            <a:r>
              <a:rPr lang="en-US" sz="3300" b="1" dirty="0" smtClean="0">
                <a:solidFill>
                  <a:srgbClr val="FFFF00"/>
                </a:solidFill>
                <a:latin typeface="Trebuchet MS" pitchFamily="34" charset="0"/>
              </a:rPr>
              <a:t>PosterPresentations.com</a:t>
            </a:r>
            <a:r>
              <a:rPr lang="en-US" sz="3300" dirty="0" smtClean="0">
                <a:solidFill>
                  <a:srgbClr val="FFFF00"/>
                </a:solidFill>
                <a:latin typeface="Trebuchet MS" pitchFamily="34" charset="0"/>
              </a:rPr>
              <a:t> </a:t>
            </a:r>
            <a:r>
              <a:rPr lang="en-US" sz="3300" dirty="0" smtClean="0">
                <a:latin typeface="Trebuchet MS" pitchFamily="34" charset="0"/>
              </a:rPr>
              <a:t>at </a:t>
            </a:r>
            <a:r>
              <a:rPr lang="en-US" sz="3900" b="1" dirty="0" smtClean="0">
                <a:solidFill>
                  <a:srgbClr val="FFFF00"/>
                </a:solidFill>
                <a:latin typeface="Trebuchet MS" pitchFamily="34" charset="0"/>
              </a:rPr>
              <a:t>1.866.649.3004</a:t>
            </a:r>
          </a:p>
          <a:p>
            <a:pPr defTabSz="3600037"/>
            <a:endParaRPr lang="en-US" sz="3900" b="1" dirty="0" smtClean="0">
              <a:solidFill>
                <a:srgbClr val="FFFF00"/>
              </a:solidFill>
              <a:latin typeface="Trebuchet MS" pitchFamily="34" charset="0"/>
            </a:endParaRPr>
          </a:p>
          <a:p>
            <a:pPr defTabSz="3600037"/>
            <a:endParaRPr lang="en-US" sz="3900" b="1" dirty="0" smtClean="0">
              <a:solidFill>
                <a:srgbClr val="FFFF00"/>
              </a:solidFill>
              <a:latin typeface="Trebuchet MS" pitchFamily="34" charset="0"/>
            </a:endParaRPr>
          </a:p>
          <a:p>
            <a:pPr algn="ctr"/>
            <a:r>
              <a:rPr lang="en-US" sz="4400" b="1" dirty="0" smtClean="0">
                <a:solidFill>
                  <a:schemeClr val="bg1"/>
                </a:solidFill>
                <a:latin typeface="Trebuchet MS" pitchFamily="34" charset="0"/>
              </a:rPr>
              <a:t>Object Placeholders</a:t>
            </a:r>
          </a:p>
          <a:p>
            <a:pPr algn="ctr"/>
            <a:endParaRPr lang="en-US" sz="4400" b="1" dirty="0" smtClean="0">
              <a:solidFill>
                <a:schemeClr val="bg1"/>
              </a:solidFill>
              <a:latin typeface="Trebuchet MS" pitchFamily="34" charset="0"/>
            </a:endParaRPr>
          </a:p>
          <a:p>
            <a:pPr defTabSz="3600037"/>
            <a:r>
              <a:rPr lang="en-US" sz="3300" dirty="0" smtClean="0">
                <a:latin typeface="Trebuchet MS" pitchFamily="34" charset="0"/>
              </a:rPr>
              <a:t>Use the placeholders provided below to add new elements to your poster:</a:t>
            </a:r>
            <a:r>
              <a:rPr lang="en-US" sz="3300" baseline="0" dirty="0" smtClean="0">
                <a:latin typeface="Trebuchet MS" pitchFamily="34" charset="0"/>
              </a:rPr>
              <a:t> </a:t>
            </a:r>
            <a:r>
              <a:rPr lang="en-US" sz="3300" dirty="0" smtClean="0">
                <a:latin typeface="Trebuchet MS" pitchFamily="34" charset="0"/>
              </a:rPr>
              <a:t>Drag a placeholder onto the</a:t>
            </a:r>
            <a:r>
              <a:rPr lang="en-US" sz="3300" baseline="0" dirty="0" smtClean="0">
                <a:latin typeface="Trebuchet MS" pitchFamily="34" charset="0"/>
              </a:rPr>
              <a:t> poster area,</a:t>
            </a:r>
            <a:r>
              <a:rPr lang="en-US" sz="3300" dirty="0" smtClean="0">
                <a:latin typeface="Trebuchet MS" pitchFamily="34" charset="0"/>
              </a:rPr>
              <a:t> size it, and click it to edit.</a:t>
            </a:r>
          </a:p>
          <a:p>
            <a:pPr defTabSz="3600037"/>
            <a:endParaRPr lang="en-US" sz="3300" dirty="0" smtClean="0">
              <a:latin typeface="Trebuchet MS" pitchFamily="34" charset="0"/>
            </a:endParaRPr>
          </a:p>
          <a:p>
            <a:pPr defTabSz="3600037"/>
            <a:r>
              <a:rPr lang="en-US" sz="3300" b="1" dirty="0" smtClean="0">
                <a:solidFill>
                  <a:srgbClr val="FFFF00"/>
                </a:solidFill>
                <a:latin typeface="Trebuchet MS" pitchFamily="34" charset="0"/>
              </a:rPr>
              <a:t>Section Header placeholder</a:t>
            </a:r>
          </a:p>
          <a:p>
            <a:pPr defTabSz="3600037"/>
            <a:r>
              <a:rPr lang="en-US" sz="3300" dirty="0" smtClean="0">
                <a:latin typeface="Trebuchet MS" pitchFamily="34" charset="0"/>
              </a:rPr>
              <a:t>Move</a:t>
            </a:r>
            <a:r>
              <a:rPr lang="en-US" sz="3300" baseline="0" dirty="0" smtClean="0">
                <a:latin typeface="Trebuchet MS" pitchFamily="34" charset="0"/>
              </a:rPr>
              <a:t> this preformatted section header placeholder to the poster area to add another section header. Use section headers to separate topics or concepts within your presentation. </a:t>
            </a:r>
          </a:p>
          <a:p>
            <a:pPr defTabSz="3600037"/>
            <a:endParaRPr lang="en-US" sz="3300" baseline="0" dirty="0" smtClean="0">
              <a:latin typeface="Trebuchet MS" pitchFamily="34" charset="0"/>
            </a:endParaRPr>
          </a:p>
          <a:p>
            <a:pPr defTabSz="3600037"/>
            <a:endParaRPr lang="en-US" sz="3300" dirty="0" smtClean="0">
              <a:latin typeface="Trebuchet MS" pitchFamily="34" charset="0"/>
            </a:endParaRPr>
          </a:p>
          <a:p>
            <a:pPr defTabSz="3600037"/>
            <a:endParaRPr lang="en-US" sz="3300" b="1" dirty="0" smtClean="0">
              <a:solidFill>
                <a:srgbClr val="FFFF00"/>
              </a:solidFill>
              <a:latin typeface="Trebuchet MS" pitchFamily="34" charset="0"/>
            </a:endParaRPr>
          </a:p>
          <a:p>
            <a:pPr defTabSz="3600037"/>
            <a:r>
              <a:rPr lang="en-US" sz="3300" b="1" dirty="0" smtClean="0">
                <a:solidFill>
                  <a:srgbClr val="FFFF00"/>
                </a:solidFill>
                <a:latin typeface="Trebuchet MS" pitchFamily="34" charset="0"/>
              </a:rPr>
              <a:t>Text placeholder</a:t>
            </a:r>
          </a:p>
          <a:p>
            <a:pPr defTabSz="3600037"/>
            <a:r>
              <a:rPr lang="en-US" sz="3300" baseline="0" dirty="0" smtClean="0">
                <a:latin typeface="Trebuchet MS" pitchFamily="34" charset="0"/>
              </a:rPr>
              <a:t>Move this preformatted text placeholder to the poster to add a new body of text.</a:t>
            </a:r>
          </a:p>
          <a:p>
            <a:pPr defTabSz="3600037"/>
            <a:endParaRPr lang="en-US" sz="3300" baseline="0" dirty="0" smtClean="0">
              <a:latin typeface="Trebuchet MS" pitchFamily="34" charset="0"/>
            </a:endParaRPr>
          </a:p>
          <a:p>
            <a:pPr defTabSz="3600037"/>
            <a:endParaRPr lang="en-US" sz="3300" baseline="0" dirty="0" smtClean="0">
              <a:latin typeface="Trebuchet MS" pitchFamily="34" charset="0"/>
            </a:endParaRPr>
          </a:p>
          <a:p>
            <a:pPr defTabSz="3600037"/>
            <a:endParaRPr lang="en-US" sz="3300" baseline="0" dirty="0" smtClean="0">
              <a:latin typeface="Trebuchet MS" pitchFamily="34" charset="0"/>
            </a:endParaRPr>
          </a:p>
          <a:p>
            <a:pPr defTabSz="3600037"/>
            <a:endParaRPr lang="en-US" sz="3300" b="1" baseline="0" dirty="0" smtClean="0">
              <a:solidFill>
                <a:srgbClr val="FFFF00"/>
              </a:solidFill>
              <a:latin typeface="Trebuchet MS" pitchFamily="34" charset="0"/>
            </a:endParaRPr>
          </a:p>
          <a:p>
            <a:pPr defTabSz="3600037"/>
            <a:r>
              <a:rPr lang="en-US" sz="3300" b="1" baseline="0" dirty="0" smtClean="0">
                <a:solidFill>
                  <a:srgbClr val="FFFF00"/>
                </a:solidFill>
                <a:latin typeface="Trebuchet MS" pitchFamily="34" charset="0"/>
              </a:rPr>
              <a:t>Picture placeholder</a:t>
            </a:r>
          </a:p>
          <a:p>
            <a:pPr defTabSz="3600037"/>
            <a:r>
              <a:rPr lang="en-US" sz="3300" baseline="0" dirty="0" smtClean="0">
                <a:latin typeface="Trebuchet MS" pitchFamily="34" charset="0"/>
              </a:rPr>
              <a:t>Move this graphic placeholder onto your poster, size it first, and then click it to add a picture to the poster.</a:t>
            </a:r>
          </a:p>
          <a:p>
            <a:pPr defTabSz="3600037"/>
            <a:endParaRPr lang="en-US" sz="2600" baseline="0" dirty="0" smtClean="0">
              <a:latin typeface="Trebuchet MS" pitchFamily="34" charset="0"/>
            </a:endParaRPr>
          </a:p>
          <a:p>
            <a:pPr defTabSz="3600037"/>
            <a:endParaRPr lang="en-US" sz="2600" baseline="0" dirty="0" smtClean="0">
              <a:latin typeface="Trebuchet MS" pitchFamily="34" charset="0"/>
            </a:endParaRPr>
          </a:p>
          <a:p>
            <a:pPr defTabSz="3600037"/>
            <a:endParaRPr lang="en-US" sz="2600" baseline="0" dirty="0" smtClean="0">
              <a:latin typeface="Trebuchet MS" pitchFamily="34" charset="0"/>
            </a:endParaRPr>
          </a:p>
          <a:p>
            <a:pPr algn="ctr"/>
            <a:endParaRPr lang="en-US" sz="3600" b="1" dirty="0" smtClean="0">
              <a:solidFill>
                <a:schemeClr val="bg1"/>
              </a:solidFill>
              <a:latin typeface="Trebuchet MS" pitchFamily="34" charset="0"/>
            </a:endParaRPr>
          </a:p>
          <a:p>
            <a:pPr algn="ctr"/>
            <a:endParaRPr lang="en-US" sz="3600" b="1" dirty="0" smtClean="0">
              <a:solidFill>
                <a:schemeClr val="bg1"/>
              </a:solidFill>
              <a:latin typeface="Trebuchet MS" pitchFamily="34" charset="0"/>
            </a:endParaRPr>
          </a:p>
          <a:p>
            <a:pPr algn="ctr"/>
            <a:endParaRPr lang="en-US" sz="3600" b="1" dirty="0" smtClean="0">
              <a:solidFill>
                <a:schemeClr val="bg1"/>
              </a:solidFill>
              <a:latin typeface="Trebuchet MS" pitchFamily="34" charset="0"/>
            </a:endParaRPr>
          </a:p>
          <a:p>
            <a:pPr algn="ctr"/>
            <a:endParaRPr lang="en-US" sz="3600" b="1" dirty="0" smtClean="0">
              <a:solidFill>
                <a:schemeClr val="bg1"/>
              </a:solidFill>
              <a:latin typeface="Trebuchet MS" pitchFamily="34" charset="0"/>
            </a:endParaRPr>
          </a:p>
          <a:p>
            <a:pPr defTabSz="3600037"/>
            <a:endParaRPr lang="en-US" sz="2600" dirty="0" smtClean="0">
              <a:latin typeface="Trebuchet MS" pitchFamily="34" charset="0"/>
            </a:endParaRPr>
          </a:p>
          <a:p>
            <a:pPr algn="ctr"/>
            <a:endParaRPr lang="en-US" sz="2600" b="1" dirty="0" smtClean="0">
              <a:solidFill>
                <a:schemeClr val="bg1"/>
              </a:solidFill>
              <a:latin typeface="Trebuchet MS" pitchFamily="34" charset="0"/>
            </a:endParaRPr>
          </a:p>
          <a:p>
            <a:pPr defTabSz="3600037"/>
            <a:endParaRPr lang="en-US" sz="2600" b="1" dirty="0" smtClean="0">
              <a:solidFill>
                <a:srgbClr val="FFFF00"/>
              </a:solidFill>
              <a:latin typeface="Trebuchet MS" pitchFamily="34" charset="0"/>
            </a:endParaRPr>
          </a:p>
          <a:p>
            <a:pPr algn="ctr"/>
            <a:endParaRPr lang="en-US" sz="3600" b="1" dirty="0">
              <a:latin typeface="Trebuchet MS" pitchFamily="34" charset="0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-11424919" y="21702967"/>
            <a:ext cx="11136268" cy="849994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996" tIns="37497" rIns="74996" bIns="37497" rtlCol="0" anchor="ctr"/>
          <a:lstStyle/>
          <a:p>
            <a:pPr algn="ctr"/>
            <a:endParaRPr lang="en-US" dirty="0"/>
          </a:p>
        </p:txBody>
      </p:sp>
      <p:pic>
        <p:nvPicPr>
          <p:cNvPr id="24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2108996" y="8078066"/>
            <a:ext cx="484371" cy="24479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</p:pic>
      <p:sp>
        <p:nvSpPr>
          <p:cNvPr id="25" name="TextBox 24"/>
          <p:cNvSpPr txBox="1"/>
          <p:nvPr/>
        </p:nvSpPr>
        <p:spPr>
          <a:xfrm>
            <a:off x="36551522" y="33123960"/>
            <a:ext cx="7513303" cy="2384051"/>
          </a:xfrm>
          <a:prstGeom prst="rect">
            <a:avLst/>
          </a:prstGeom>
          <a:noFill/>
        </p:spPr>
        <p:txBody>
          <a:bodyPr wrap="square" lIns="74996" tIns="37497" rIns="74996" bIns="37497" rtlCol="0">
            <a:spAutoFit/>
          </a:bodyPr>
          <a:lstStyle/>
          <a:p>
            <a:r>
              <a:rPr lang="en-US" sz="3900" dirty="0" smtClean="0">
                <a:solidFill>
                  <a:schemeClr val="bg1"/>
                </a:solidFill>
              </a:rPr>
              <a:t>© 2011 PosterPresentations.com</a:t>
            </a:r>
            <a:br>
              <a:rPr lang="en-US" sz="3900" dirty="0" smtClean="0">
                <a:solidFill>
                  <a:schemeClr val="bg1"/>
                </a:solidFill>
              </a:rPr>
            </a:br>
            <a:r>
              <a:rPr lang="en-US" sz="3900" dirty="0" smtClean="0">
                <a:solidFill>
                  <a:schemeClr val="bg1"/>
                </a:solidFill>
              </a:rPr>
              <a:t>    </a:t>
            </a:r>
            <a:r>
              <a:rPr lang="en-US" sz="3600" dirty="0" smtClean="0">
                <a:solidFill>
                  <a:schemeClr val="bg1"/>
                </a:solidFill>
              </a:rPr>
              <a:t>2117 Fourth Street ,</a:t>
            </a:r>
            <a:r>
              <a:rPr lang="en-US" sz="3600" baseline="0" dirty="0" smtClean="0">
                <a:solidFill>
                  <a:schemeClr val="bg1"/>
                </a:solidFill>
              </a:rPr>
              <a:t> Unit C</a:t>
            </a:r>
            <a:br>
              <a:rPr lang="en-US" sz="3600" baseline="0" dirty="0" smtClean="0">
                <a:solidFill>
                  <a:schemeClr val="bg1"/>
                </a:solidFill>
              </a:rPr>
            </a:br>
            <a:r>
              <a:rPr lang="en-US" sz="3600" baseline="0" dirty="0" smtClean="0">
                <a:solidFill>
                  <a:schemeClr val="bg1"/>
                </a:solidFill>
              </a:rPr>
              <a:t>    Berkeley CA 94710</a:t>
            </a:r>
            <a:br>
              <a:rPr lang="en-US" sz="3600" baseline="0" dirty="0" smtClean="0">
                <a:solidFill>
                  <a:schemeClr val="bg1"/>
                </a:solidFill>
              </a:rPr>
            </a:br>
            <a:r>
              <a:rPr lang="en-US" sz="3600" baseline="0" dirty="0" smtClean="0">
                <a:solidFill>
                  <a:schemeClr val="bg1"/>
                </a:solidFill>
              </a:rPr>
              <a:t>    </a:t>
            </a:r>
            <a:r>
              <a:rPr lang="en-US" sz="3600" b="1" baseline="0" dirty="0" smtClean="0">
                <a:solidFill>
                  <a:srgbClr val="FFFF00"/>
                </a:solidFill>
              </a:rPr>
              <a:t>posterpresenter@gmail.com</a:t>
            </a:r>
            <a:endParaRPr lang="en-US" sz="3900" b="1" dirty="0">
              <a:solidFill>
                <a:srgbClr val="FFFF00"/>
              </a:solidFill>
            </a:endParaRPr>
          </a:p>
        </p:txBody>
      </p:sp>
      <p:grpSp>
        <p:nvGrpSpPr>
          <p:cNvPr id="26" name="Group 25"/>
          <p:cNvGrpSpPr/>
          <p:nvPr/>
        </p:nvGrpSpPr>
        <p:grpSpPr>
          <a:xfrm>
            <a:off x="-10453049" y="34501068"/>
            <a:ext cx="9515556" cy="1487861"/>
            <a:chOff x="44242388" y="28054064"/>
            <a:chExt cx="9771398" cy="1447884"/>
          </a:xfrm>
        </p:grpSpPr>
        <p:sp>
          <p:nvSpPr>
            <p:cNvPr id="40" name="Rounded Rectangle 39"/>
            <p:cNvSpPr/>
            <p:nvPr userDrawn="1"/>
          </p:nvSpPr>
          <p:spPr>
            <a:xfrm>
              <a:off x="44242388" y="28054064"/>
              <a:ext cx="9771397" cy="1090621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41" name="Picture 7" descr="http://t2.gstatic.com/images?q=tbn:ANd9GcR4APHC6TT9w54M2zn_pvCiBxUNcspYPoVxirLRphBoJabfSvu7zw">
              <a:hlinkClick r:id="rId5"/>
            </p:cNvPr>
            <p:cNvPicPr>
              <a:picLocks noChangeAspect="1" noChangeArrowheads="1"/>
            </p:cNvPicPr>
            <p:nvPr userDrawn="1"/>
          </p:nvPicPr>
          <p:blipFill>
            <a:blip r:embed="rId6"/>
            <a:srcRect/>
            <a:stretch>
              <a:fillRect/>
            </a:stretch>
          </p:blipFill>
          <p:spPr bwMode="auto">
            <a:xfrm>
              <a:off x="44368327" y="28152425"/>
              <a:ext cx="914400" cy="914400"/>
            </a:xfrm>
            <a:prstGeom prst="rect">
              <a:avLst/>
            </a:prstGeom>
            <a:noFill/>
          </p:spPr>
        </p:pic>
        <p:sp>
          <p:nvSpPr>
            <p:cNvPr id="42" name="TextBox 41"/>
            <p:cNvSpPr txBox="1"/>
            <p:nvPr userDrawn="1"/>
          </p:nvSpPr>
          <p:spPr>
            <a:xfrm>
              <a:off x="45342598" y="28244018"/>
              <a:ext cx="8671188" cy="12579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600" dirty="0" smtClean="0">
                  <a:solidFill>
                    <a:schemeClr val="tx2"/>
                  </a:solidFill>
                  <a:latin typeface="Trebuchet MS" pitchFamily="34" charset="0"/>
                </a:rPr>
                <a:t>Student</a:t>
              </a:r>
              <a:r>
                <a:rPr lang="en-US" sz="2600" baseline="0" dirty="0" smtClean="0">
                  <a:solidFill>
                    <a:schemeClr val="tx2"/>
                  </a:solidFill>
                  <a:latin typeface="Trebuchet MS" pitchFamily="34" charset="0"/>
                </a:rPr>
                <a:t> discounts are available on our </a:t>
              </a:r>
              <a:r>
                <a:rPr lang="en-US" sz="2600" baseline="0" dirty="0" err="1" smtClean="0">
                  <a:solidFill>
                    <a:schemeClr val="tx2"/>
                  </a:solidFill>
                  <a:latin typeface="Trebuchet MS" pitchFamily="34" charset="0"/>
                </a:rPr>
                <a:t>Facebook</a:t>
              </a:r>
              <a:r>
                <a:rPr lang="en-US" sz="2600" baseline="0" dirty="0" smtClean="0">
                  <a:solidFill>
                    <a:schemeClr val="tx2"/>
                  </a:solidFill>
                  <a:latin typeface="Trebuchet MS" pitchFamily="34" charset="0"/>
                </a:rPr>
                <a:t> page.</a:t>
              </a:r>
              <a:br>
                <a:rPr lang="en-US" sz="2600" baseline="0" dirty="0" smtClean="0">
                  <a:solidFill>
                    <a:schemeClr val="tx2"/>
                  </a:solidFill>
                  <a:latin typeface="Trebuchet MS" pitchFamily="34" charset="0"/>
                </a:rPr>
              </a:br>
              <a:r>
                <a:rPr lang="en-US" sz="2600" baseline="0" dirty="0" smtClean="0">
                  <a:solidFill>
                    <a:schemeClr val="tx2"/>
                  </a:solidFill>
                  <a:latin typeface="Trebuchet MS" pitchFamily="34" charset="0"/>
                </a:rPr>
                <a:t>Go to </a:t>
              </a:r>
              <a:r>
                <a:rPr lang="en-US" sz="2600" u="sng" baseline="0" dirty="0" smtClean="0">
                  <a:solidFill>
                    <a:schemeClr val="tx2"/>
                  </a:solidFill>
                  <a:latin typeface="Trebuchet MS" pitchFamily="34" charset="0"/>
                </a:rPr>
                <a:t>PosterPresentations.com</a:t>
              </a:r>
              <a:r>
                <a:rPr lang="en-US" sz="2600" baseline="0" dirty="0" smtClean="0">
                  <a:solidFill>
                    <a:schemeClr val="tx2"/>
                  </a:solidFill>
                  <a:latin typeface="Trebuchet MS" pitchFamily="34" charset="0"/>
                </a:rPr>
                <a:t> and click on the FB icon. </a:t>
              </a:r>
              <a:endParaRPr lang="en-US" sz="2600" dirty="0">
                <a:solidFill>
                  <a:schemeClr val="tx2"/>
                </a:solidFill>
                <a:latin typeface="Trebuchet MS" pitchFamily="34" charset="0"/>
              </a:endParaRPr>
            </a:p>
          </p:txBody>
        </p:sp>
      </p:grpSp>
      <p:cxnSp>
        <p:nvCxnSpPr>
          <p:cNvPr id="43" name="Straight Connector 42"/>
          <p:cNvCxnSpPr/>
          <p:nvPr/>
        </p:nvCxnSpPr>
        <p:spPr>
          <a:xfrm>
            <a:off x="36271165" y="32370740"/>
            <a:ext cx="11146809" cy="3606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-11424919" y="11781165"/>
            <a:ext cx="11120643" cy="1302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/>
          <p:cNvCxnSpPr/>
          <p:nvPr/>
        </p:nvCxnSpPr>
        <p:spPr>
          <a:xfrm>
            <a:off x="36281707" y="5013833"/>
            <a:ext cx="11136268" cy="1758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4" name="Picture 2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43164603" y="16208243"/>
            <a:ext cx="3888887" cy="25417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5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5928498" y="13395736"/>
            <a:ext cx="718745" cy="36323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660" r:id="rId2"/>
  </p:sldLayoutIdLst>
  <p:txStyles>
    <p:titleStyle>
      <a:lvl1pPr algn="ctr" defTabSz="3599776" rtl="0" eaLnBrk="1" latinLnBrk="0" hangingPunct="1">
        <a:spcBef>
          <a:spcPct val="0"/>
        </a:spcBef>
        <a:buNone/>
        <a:defRPr sz="7200" kern="1200">
          <a:solidFill>
            <a:schemeClr val="bg1"/>
          </a:solidFill>
          <a:latin typeface="Trebuchet MS" pitchFamily="34" charset="0"/>
          <a:ea typeface="+mj-ea"/>
          <a:cs typeface="+mj-cs"/>
        </a:defRPr>
      </a:lvl1pPr>
    </p:titleStyle>
    <p:bodyStyle>
      <a:lvl1pPr marL="1349916" indent="-1349916" algn="l" defTabSz="3599776" rtl="0" eaLnBrk="1" latinLnBrk="0" hangingPunct="1">
        <a:spcBef>
          <a:spcPct val="20000"/>
        </a:spcBef>
        <a:buFont typeface="Arial" pitchFamily="34" charset="0"/>
        <a:buChar char="•"/>
        <a:defRPr sz="12600" kern="1200">
          <a:solidFill>
            <a:schemeClr val="tx1"/>
          </a:solidFill>
          <a:latin typeface="+mn-lt"/>
          <a:ea typeface="+mn-ea"/>
          <a:cs typeface="+mn-cs"/>
        </a:defRPr>
      </a:lvl1pPr>
      <a:lvl2pPr marL="2924818" indent="-1124930" algn="l" defTabSz="3599776" rtl="0" eaLnBrk="1" latinLnBrk="0" hangingPunct="1">
        <a:spcBef>
          <a:spcPct val="20000"/>
        </a:spcBef>
        <a:buFont typeface="Arial" pitchFamily="34" charset="0"/>
        <a:buChar char="–"/>
        <a:defRPr sz="11100" kern="1200">
          <a:solidFill>
            <a:schemeClr val="tx1"/>
          </a:solidFill>
          <a:latin typeface="+mn-lt"/>
          <a:ea typeface="+mn-ea"/>
          <a:cs typeface="+mn-cs"/>
        </a:defRPr>
      </a:lvl2pPr>
      <a:lvl3pPr marL="4499721" indent="-899945" algn="l" defTabSz="3599776" rtl="0" eaLnBrk="1" latinLnBrk="0" hangingPunct="1">
        <a:spcBef>
          <a:spcPct val="20000"/>
        </a:spcBef>
        <a:buFont typeface="Arial" pitchFamily="34" charset="0"/>
        <a:buChar char="•"/>
        <a:defRPr sz="9500" kern="1200">
          <a:solidFill>
            <a:schemeClr val="tx1"/>
          </a:solidFill>
          <a:latin typeface="+mn-lt"/>
          <a:ea typeface="+mn-ea"/>
          <a:cs typeface="+mn-cs"/>
        </a:defRPr>
      </a:lvl3pPr>
      <a:lvl4pPr marL="6299609" indent="-899945" algn="l" defTabSz="3599776" rtl="0" eaLnBrk="1" latinLnBrk="0" hangingPunct="1">
        <a:spcBef>
          <a:spcPct val="20000"/>
        </a:spcBef>
        <a:buFont typeface="Arial" pitchFamily="34" charset="0"/>
        <a:buChar char="–"/>
        <a:defRPr sz="7900" kern="1200">
          <a:solidFill>
            <a:schemeClr val="tx1"/>
          </a:solidFill>
          <a:latin typeface="+mn-lt"/>
          <a:ea typeface="+mn-ea"/>
          <a:cs typeface="+mn-cs"/>
        </a:defRPr>
      </a:lvl4pPr>
      <a:lvl5pPr marL="8099496" indent="-899945" algn="l" defTabSz="3599776" rtl="0" eaLnBrk="1" latinLnBrk="0" hangingPunct="1">
        <a:spcBef>
          <a:spcPct val="20000"/>
        </a:spcBef>
        <a:buFont typeface="Arial" pitchFamily="34" charset="0"/>
        <a:buChar char="»"/>
        <a:defRPr sz="7900" kern="1200">
          <a:solidFill>
            <a:schemeClr val="tx1"/>
          </a:solidFill>
          <a:latin typeface="+mn-lt"/>
          <a:ea typeface="+mn-ea"/>
          <a:cs typeface="+mn-cs"/>
        </a:defRPr>
      </a:lvl5pPr>
      <a:lvl6pPr marL="9899385" indent="-899945" algn="l" defTabSz="3599776" rtl="0" eaLnBrk="1" latinLnBrk="0" hangingPunct="1">
        <a:spcBef>
          <a:spcPct val="20000"/>
        </a:spcBef>
        <a:buFont typeface="Arial" pitchFamily="34" charset="0"/>
        <a:buChar char="•"/>
        <a:defRPr sz="7900" kern="1200">
          <a:solidFill>
            <a:schemeClr val="tx1"/>
          </a:solidFill>
          <a:latin typeface="+mn-lt"/>
          <a:ea typeface="+mn-ea"/>
          <a:cs typeface="+mn-cs"/>
        </a:defRPr>
      </a:lvl6pPr>
      <a:lvl7pPr marL="11699272" indent="-899945" algn="l" defTabSz="3599776" rtl="0" eaLnBrk="1" latinLnBrk="0" hangingPunct="1">
        <a:spcBef>
          <a:spcPct val="20000"/>
        </a:spcBef>
        <a:buFont typeface="Arial" pitchFamily="34" charset="0"/>
        <a:buChar char="•"/>
        <a:defRPr sz="7900" kern="1200">
          <a:solidFill>
            <a:schemeClr val="tx1"/>
          </a:solidFill>
          <a:latin typeface="+mn-lt"/>
          <a:ea typeface="+mn-ea"/>
          <a:cs typeface="+mn-cs"/>
        </a:defRPr>
      </a:lvl7pPr>
      <a:lvl8pPr marL="13499161" indent="-899945" algn="l" defTabSz="3599776" rtl="0" eaLnBrk="1" latinLnBrk="0" hangingPunct="1">
        <a:spcBef>
          <a:spcPct val="20000"/>
        </a:spcBef>
        <a:buFont typeface="Arial" pitchFamily="34" charset="0"/>
        <a:buChar char="•"/>
        <a:defRPr sz="7900" kern="1200">
          <a:solidFill>
            <a:schemeClr val="tx1"/>
          </a:solidFill>
          <a:latin typeface="+mn-lt"/>
          <a:ea typeface="+mn-ea"/>
          <a:cs typeface="+mn-cs"/>
        </a:defRPr>
      </a:lvl8pPr>
      <a:lvl9pPr marL="15299049" indent="-899945" algn="l" defTabSz="3599776" rtl="0" eaLnBrk="1" latinLnBrk="0" hangingPunct="1">
        <a:spcBef>
          <a:spcPct val="20000"/>
        </a:spcBef>
        <a:buFont typeface="Arial" pitchFamily="34" charset="0"/>
        <a:buChar char="•"/>
        <a:defRPr sz="7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599776" rtl="0" eaLnBrk="1" latinLnBrk="0" hangingPunct="1">
        <a:defRPr sz="7100" kern="1200">
          <a:solidFill>
            <a:schemeClr val="tx1"/>
          </a:solidFill>
          <a:latin typeface="+mn-lt"/>
          <a:ea typeface="+mn-ea"/>
          <a:cs typeface="+mn-cs"/>
        </a:defRPr>
      </a:lvl1pPr>
      <a:lvl2pPr marL="1799889" algn="l" defTabSz="3599776" rtl="0" eaLnBrk="1" latinLnBrk="0" hangingPunct="1">
        <a:defRPr sz="7100" kern="1200">
          <a:solidFill>
            <a:schemeClr val="tx1"/>
          </a:solidFill>
          <a:latin typeface="+mn-lt"/>
          <a:ea typeface="+mn-ea"/>
          <a:cs typeface="+mn-cs"/>
        </a:defRPr>
      </a:lvl2pPr>
      <a:lvl3pPr marL="3599776" algn="l" defTabSz="3599776" rtl="0" eaLnBrk="1" latinLnBrk="0" hangingPunct="1">
        <a:defRPr sz="7100" kern="1200">
          <a:solidFill>
            <a:schemeClr val="tx1"/>
          </a:solidFill>
          <a:latin typeface="+mn-lt"/>
          <a:ea typeface="+mn-ea"/>
          <a:cs typeface="+mn-cs"/>
        </a:defRPr>
      </a:lvl3pPr>
      <a:lvl4pPr marL="5399664" algn="l" defTabSz="3599776" rtl="0" eaLnBrk="1" latinLnBrk="0" hangingPunct="1">
        <a:defRPr sz="7100" kern="1200">
          <a:solidFill>
            <a:schemeClr val="tx1"/>
          </a:solidFill>
          <a:latin typeface="+mn-lt"/>
          <a:ea typeface="+mn-ea"/>
          <a:cs typeface="+mn-cs"/>
        </a:defRPr>
      </a:lvl4pPr>
      <a:lvl5pPr marL="7199552" algn="l" defTabSz="3599776" rtl="0" eaLnBrk="1" latinLnBrk="0" hangingPunct="1">
        <a:defRPr sz="7100" kern="1200">
          <a:solidFill>
            <a:schemeClr val="tx1"/>
          </a:solidFill>
          <a:latin typeface="+mn-lt"/>
          <a:ea typeface="+mn-ea"/>
          <a:cs typeface="+mn-cs"/>
        </a:defRPr>
      </a:lvl5pPr>
      <a:lvl6pPr marL="8999441" algn="l" defTabSz="3599776" rtl="0" eaLnBrk="1" latinLnBrk="0" hangingPunct="1">
        <a:defRPr sz="7100" kern="1200">
          <a:solidFill>
            <a:schemeClr val="tx1"/>
          </a:solidFill>
          <a:latin typeface="+mn-lt"/>
          <a:ea typeface="+mn-ea"/>
          <a:cs typeface="+mn-cs"/>
        </a:defRPr>
      </a:lvl6pPr>
      <a:lvl7pPr marL="10799330" algn="l" defTabSz="3599776" rtl="0" eaLnBrk="1" latinLnBrk="0" hangingPunct="1">
        <a:defRPr sz="7100" kern="1200">
          <a:solidFill>
            <a:schemeClr val="tx1"/>
          </a:solidFill>
          <a:latin typeface="+mn-lt"/>
          <a:ea typeface="+mn-ea"/>
          <a:cs typeface="+mn-cs"/>
        </a:defRPr>
      </a:lvl7pPr>
      <a:lvl8pPr marL="12599217" algn="l" defTabSz="3599776" rtl="0" eaLnBrk="1" latinLnBrk="0" hangingPunct="1">
        <a:defRPr sz="7100" kern="1200">
          <a:solidFill>
            <a:schemeClr val="tx1"/>
          </a:solidFill>
          <a:latin typeface="+mn-lt"/>
          <a:ea typeface="+mn-ea"/>
          <a:cs typeface="+mn-cs"/>
        </a:defRPr>
      </a:lvl8pPr>
      <a:lvl9pPr marL="14399106" algn="l" defTabSz="3599776" rtl="0" eaLnBrk="1" latinLnBrk="0" hangingPunct="1">
        <a:defRPr sz="7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36"/>
          <p:cNvSpPr>
            <a:spLocks noChangeArrowheads="1"/>
          </p:cNvSpPr>
          <p:nvPr/>
        </p:nvSpPr>
        <p:spPr bwMode="auto">
          <a:xfrm>
            <a:off x="0" y="0"/>
            <a:ext cx="35999738" cy="5249962"/>
          </a:xfrm>
          <a:prstGeom prst="rect">
            <a:avLst/>
          </a:prstGeom>
          <a:solidFill>
            <a:schemeClr val="accent5">
              <a:lumMod val="7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74996" tIns="37497" rIns="74996" bIns="37497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8" name="Rectangle 33"/>
          <p:cNvSpPr>
            <a:spLocks noChangeArrowheads="1"/>
          </p:cNvSpPr>
          <p:nvPr/>
        </p:nvSpPr>
        <p:spPr bwMode="auto">
          <a:xfrm>
            <a:off x="749995" y="5749958"/>
            <a:ext cx="34495843" cy="29249787"/>
          </a:xfrm>
          <a:prstGeom prst="rect">
            <a:avLst/>
          </a:prstGeom>
          <a:solidFill>
            <a:schemeClr val="bg1"/>
          </a:solidFill>
          <a:ln w="9525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lIns="74996" tIns="37497" rIns="74996" bIns="37497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9" name="Rectangle 9"/>
          <p:cNvSpPr>
            <a:spLocks noChangeArrowheads="1"/>
          </p:cNvSpPr>
          <p:nvPr/>
        </p:nvSpPr>
        <p:spPr bwMode="auto">
          <a:xfrm>
            <a:off x="0" y="5255171"/>
            <a:ext cx="35999738" cy="166665"/>
          </a:xfrm>
          <a:prstGeom prst="rect">
            <a:avLst/>
          </a:prstGeom>
          <a:solidFill>
            <a:schemeClr val="accent5">
              <a:lumMod val="50000"/>
            </a:schemeClr>
          </a:solidFill>
          <a:ln w="152400">
            <a:noFill/>
            <a:miter lim="800000"/>
            <a:headEnd/>
            <a:tailEnd/>
          </a:ln>
          <a:effectLst/>
        </p:spPr>
        <p:txBody>
          <a:bodyPr wrap="none" lIns="74996" tIns="37497" rIns="74996" bIns="37497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10" name="Text Box 14"/>
          <p:cNvSpPr txBox="1">
            <a:spLocks noChangeArrowheads="1"/>
          </p:cNvSpPr>
          <p:nvPr/>
        </p:nvSpPr>
        <p:spPr bwMode="auto">
          <a:xfrm>
            <a:off x="671873" y="35249746"/>
            <a:ext cx="2062485" cy="2748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74854" tIns="37420" rIns="74854" bIns="37420">
            <a:spAutoFit/>
          </a:bodyPr>
          <a:lstStyle/>
          <a:p>
            <a:pPr eaLnBrk="0" hangingPunct="0">
              <a:lnSpc>
                <a:spcPct val="65000"/>
              </a:lnSpc>
              <a:spcBef>
                <a:spcPct val="50000"/>
              </a:spcBef>
              <a:defRPr/>
            </a:pPr>
            <a:r>
              <a:rPr lang="en-US" sz="400" b="1" dirty="0" smtClean="0">
                <a:solidFill>
                  <a:schemeClr val="bg1">
                    <a:lumMod val="75000"/>
                  </a:schemeClr>
                </a:solidFill>
                <a:latin typeface="Arial" charset="0"/>
              </a:rPr>
              <a:t>RESEARCH POSTER PRESENTATION </a:t>
            </a:r>
            <a:r>
              <a:rPr lang="en-US" sz="400" b="1" dirty="0">
                <a:solidFill>
                  <a:schemeClr val="bg1">
                    <a:lumMod val="75000"/>
                  </a:schemeClr>
                </a:solidFill>
                <a:latin typeface="Arial" charset="0"/>
              </a:rPr>
              <a:t>DESIGN © </a:t>
            </a:r>
            <a:r>
              <a:rPr lang="en-US" sz="400" b="1" dirty="0" smtClean="0">
                <a:solidFill>
                  <a:schemeClr val="bg1">
                    <a:lumMod val="75000"/>
                  </a:schemeClr>
                </a:solidFill>
                <a:latin typeface="Arial" charset="0"/>
              </a:rPr>
              <a:t>2011</a:t>
            </a:r>
            <a:endParaRPr lang="en-US" sz="400" b="1" dirty="0">
              <a:solidFill>
                <a:schemeClr val="bg1">
                  <a:lumMod val="75000"/>
                </a:schemeClr>
              </a:solidFill>
              <a:latin typeface="Arial" charset="0"/>
            </a:endParaRPr>
          </a:p>
          <a:p>
            <a:pPr eaLnBrk="0" hangingPunct="0">
              <a:lnSpc>
                <a:spcPct val="65000"/>
              </a:lnSpc>
              <a:spcBef>
                <a:spcPct val="50000"/>
              </a:spcBef>
              <a:defRPr/>
            </a:pPr>
            <a:r>
              <a:rPr lang="en-US" sz="900" b="1" dirty="0">
                <a:solidFill>
                  <a:schemeClr val="bg1">
                    <a:lumMod val="75000"/>
                  </a:schemeClr>
                </a:solidFill>
                <a:latin typeface="Arial" charset="0"/>
              </a:rPr>
              <a:t>www.PosterPresentations.com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271165" y="0"/>
            <a:ext cx="17119549" cy="35999738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9992" tIns="299981" rIns="149992" bIns="149992" rtlCol="0" anchor="t" anchorCtr="0"/>
          <a:lstStyle/>
          <a:p>
            <a:pPr algn="ctr"/>
            <a:r>
              <a:rPr lang="en-US" sz="4400" b="1" dirty="0" smtClean="0">
                <a:solidFill>
                  <a:schemeClr val="bg1"/>
                </a:solidFill>
                <a:latin typeface="Trebuchet MS" pitchFamily="34" charset="0"/>
              </a:rPr>
              <a:t>QUICK</a:t>
            </a:r>
            <a:r>
              <a:rPr lang="en-US" sz="4400" b="1" baseline="0" dirty="0" smtClean="0">
                <a:solidFill>
                  <a:schemeClr val="bg1"/>
                </a:solidFill>
                <a:latin typeface="Trebuchet MS" pitchFamily="34" charset="0"/>
              </a:rPr>
              <a:t> TIPS</a:t>
            </a:r>
            <a:endParaRPr lang="en-US" sz="4400" b="1" dirty="0" smtClean="0">
              <a:solidFill>
                <a:schemeClr val="bg1"/>
              </a:solidFill>
              <a:latin typeface="Trebuchet MS" pitchFamily="34" charset="0"/>
            </a:endParaRPr>
          </a:p>
          <a:p>
            <a:pPr algn="ctr"/>
            <a:r>
              <a:rPr lang="en-US" sz="4400" b="1" dirty="0" smtClean="0">
                <a:solidFill>
                  <a:srgbClr val="FFFF00"/>
                </a:solidFill>
                <a:latin typeface="Trebuchet MS" pitchFamily="34" charset="0"/>
              </a:rPr>
              <a:t>(--THIS SECTION DOES NOT PRINT--)</a:t>
            </a:r>
          </a:p>
          <a:p>
            <a:pPr algn="ctr"/>
            <a:endParaRPr lang="en-US" sz="3600" b="1" dirty="0" smtClean="0">
              <a:latin typeface="Trebuchet MS" pitchFamily="34" charset="0"/>
            </a:endParaRPr>
          </a:p>
          <a:p>
            <a:pPr defTabSz="2571147"/>
            <a:r>
              <a:rPr lang="en-US" sz="3600" dirty="0" smtClean="0">
                <a:latin typeface="Trebuchet MS" pitchFamily="34" charset="0"/>
              </a:rPr>
              <a:t>This PowerPoint</a:t>
            </a:r>
            <a:r>
              <a:rPr lang="en-US" sz="3600" baseline="0" dirty="0" smtClean="0">
                <a:latin typeface="Trebuchet MS" pitchFamily="34" charset="0"/>
              </a:rPr>
              <a:t> template requires basic PowerPoint (version 2007 or newer) skills. Below is a list of commonly asked questions specific to this template. </a:t>
            </a:r>
            <a:br>
              <a:rPr lang="en-US" sz="3600" baseline="0" dirty="0" smtClean="0">
                <a:latin typeface="Trebuchet MS" pitchFamily="34" charset="0"/>
              </a:rPr>
            </a:br>
            <a:r>
              <a:rPr lang="en-US" sz="3600" baseline="0" dirty="0" smtClean="0">
                <a:latin typeface="Trebuchet MS" pitchFamily="34" charset="0"/>
              </a:rPr>
              <a:t>If you are using an older version of PowerPoint some template features may not work properly.</a:t>
            </a:r>
          </a:p>
          <a:p>
            <a:pPr defTabSz="2571147"/>
            <a:endParaRPr lang="en-US" sz="4400" b="1" dirty="0" smtClean="0">
              <a:solidFill>
                <a:srgbClr val="FFFF00"/>
              </a:solidFill>
              <a:latin typeface="Trebuchet MS" pitchFamily="34" charset="0"/>
            </a:endParaRPr>
          </a:p>
          <a:p>
            <a:pPr defTabSz="2571147"/>
            <a:endParaRPr lang="en-US" sz="4400" b="1" dirty="0" smtClean="0">
              <a:solidFill>
                <a:srgbClr val="FFFF00"/>
              </a:solidFill>
              <a:latin typeface="Trebuchet MS" pitchFamily="34" charset="0"/>
            </a:endParaRPr>
          </a:p>
          <a:p>
            <a:pPr algn="ctr"/>
            <a:r>
              <a:rPr lang="en-US" sz="4400" b="1" dirty="0" smtClean="0">
                <a:solidFill>
                  <a:schemeClr val="bg1"/>
                </a:solidFill>
                <a:latin typeface="Trebuchet MS" pitchFamily="34" charset="0"/>
              </a:rPr>
              <a:t>Using the template</a:t>
            </a:r>
            <a:endParaRPr lang="en-US" sz="4400" b="1" baseline="0" dirty="0" smtClean="0">
              <a:solidFill>
                <a:schemeClr val="bg1"/>
              </a:solidFill>
              <a:latin typeface="Trebuchet MS" pitchFamily="34" charset="0"/>
            </a:endParaRPr>
          </a:p>
          <a:p>
            <a:pPr algn="ctr"/>
            <a:endParaRPr lang="en-US" sz="3600" b="1" dirty="0" smtClean="0">
              <a:solidFill>
                <a:srgbClr val="FFFF00"/>
              </a:solidFill>
              <a:latin typeface="Trebuchet MS" pitchFamily="34" charset="0"/>
            </a:endParaRPr>
          </a:p>
          <a:p>
            <a:pPr marL="0" marR="0" indent="0" algn="l" defTabSz="25711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1" dirty="0" smtClean="0">
                <a:solidFill>
                  <a:srgbClr val="FFFF00"/>
                </a:solidFill>
                <a:latin typeface="Trebuchet MS" pitchFamily="34" charset="0"/>
              </a:rPr>
              <a:t>Verifying the quality of your graphics</a:t>
            </a:r>
          </a:p>
          <a:p>
            <a:pPr defTabSz="2571147"/>
            <a:r>
              <a:rPr lang="en-US" sz="3600" dirty="0" smtClean="0">
                <a:latin typeface="Trebuchet MS" pitchFamily="34" charset="0"/>
              </a:rPr>
              <a:t>Go to the </a:t>
            </a:r>
            <a:r>
              <a:rPr lang="en-US" sz="3600" baseline="0" dirty="0" smtClean="0">
                <a:latin typeface="Trebuchet MS" pitchFamily="34" charset="0"/>
              </a:rPr>
              <a:t>VIEW menu and click on ZOOM to set your preferred magnification. This template is at 100% the size of the final poster. All text and graphics will be printed at 100% their size. To see what your poster will look like when printed, set the zoom to 100% and evaluate the quality of all your graphics before you submit your poster for printing.</a:t>
            </a:r>
            <a:br>
              <a:rPr lang="en-US" sz="3600" baseline="0" dirty="0" smtClean="0">
                <a:latin typeface="Trebuchet MS" pitchFamily="34" charset="0"/>
              </a:rPr>
            </a:br>
            <a:endParaRPr lang="en-US" sz="3600" baseline="0" dirty="0" smtClean="0">
              <a:latin typeface="Trebuchet MS" pitchFamily="34" charset="0"/>
            </a:endParaRPr>
          </a:p>
          <a:p>
            <a:pPr defTabSz="2571147"/>
            <a:r>
              <a:rPr lang="en-US" sz="3600" b="1" dirty="0" smtClean="0">
                <a:solidFill>
                  <a:srgbClr val="FFFF00"/>
                </a:solidFill>
                <a:latin typeface="Trebuchet MS" pitchFamily="34" charset="0"/>
              </a:rPr>
              <a:t>Using the placeholders</a:t>
            </a:r>
          </a:p>
          <a:p>
            <a:pPr defTabSz="2571147"/>
            <a:r>
              <a:rPr lang="en-US" sz="3600" baseline="0" dirty="0" smtClean="0">
                <a:latin typeface="Trebuchet MS" pitchFamily="34" charset="0"/>
              </a:rPr>
              <a:t>To add text to this template click inside a placeholder and type in or paste your text. To move a placeholder, click on it </a:t>
            </a:r>
            <a:r>
              <a:rPr lang="en-US" sz="3600" u="sng" baseline="0" dirty="0" smtClean="0">
                <a:latin typeface="Trebuchet MS" pitchFamily="34" charset="0"/>
              </a:rPr>
              <a:t>once</a:t>
            </a:r>
            <a:r>
              <a:rPr lang="en-US" sz="3600" baseline="0" dirty="0" smtClean="0">
                <a:latin typeface="Trebuchet MS" pitchFamily="34" charset="0"/>
              </a:rPr>
              <a:t> (to select it), place your cursor on its frame and your cursor will change to this symbol:         Then, click </a:t>
            </a:r>
            <a:r>
              <a:rPr lang="en-US" sz="3600" u="sng" baseline="0" dirty="0" smtClean="0">
                <a:latin typeface="Trebuchet MS" pitchFamily="34" charset="0"/>
              </a:rPr>
              <a:t>once</a:t>
            </a:r>
            <a:r>
              <a:rPr lang="en-US" sz="3600" baseline="0" dirty="0" smtClean="0">
                <a:latin typeface="Trebuchet MS" pitchFamily="34" charset="0"/>
              </a:rPr>
              <a:t> and drag it to its new location where you can resize it as needed. Additional placeholders can be found on the left side of this template.</a:t>
            </a:r>
          </a:p>
          <a:p>
            <a:pPr defTabSz="2571147"/>
            <a:endParaRPr lang="en-US" sz="3600" b="1" baseline="0" dirty="0" smtClean="0">
              <a:solidFill>
                <a:srgbClr val="FFFF00"/>
              </a:solidFill>
              <a:latin typeface="Trebuchet MS" pitchFamily="34" charset="0"/>
            </a:endParaRPr>
          </a:p>
          <a:p>
            <a:pPr defTabSz="2571147"/>
            <a:r>
              <a:rPr lang="en-US" sz="3600" b="1" baseline="0" dirty="0" smtClean="0">
                <a:solidFill>
                  <a:srgbClr val="FFFF00"/>
                </a:solidFill>
                <a:latin typeface="Trebuchet MS" pitchFamily="34" charset="0"/>
              </a:rPr>
              <a:t>Modifying the layout</a:t>
            </a:r>
          </a:p>
          <a:p>
            <a:pPr defTabSz="2571147"/>
            <a:r>
              <a:rPr lang="en-US" sz="3600" dirty="0" smtClean="0">
                <a:latin typeface="Trebuchet MS" pitchFamily="34" charset="0"/>
              </a:rPr>
              <a:t>This template has four </a:t>
            </a:r>
            <a:r>
              <a:rPr lang="en-US" sz="3600" baseline="0" dirty="0" smtClean="0">
                <a:latin typeface="Trebuchet MS" pitchFamily="34" charset="0"/>
              </a:rPr>
              <a:t>different column layouts. </a:t>
            </a:r>
          </a:p>
          <a:p>
            <a:pPr defTabSz="2571147"/>
            <a:r>
              <a:rPr lang="en-US" sz="3600" u="sng" baseline="0" dirty="0" smtClean="0">
                <a:latin typeface="Trebuchet MS" pitchFamily="34" charset="0"/>
              </a:rPr>
              <a:t>Right-click</a:t>
            </a:r>
            <a:r>
              <a:rPr lang="en-US" sz="3600" baseline="0" dirty="0" smtClean="0">
                <a:latin typeface="Trebuchet MS" pitchFamily="34" charset="0"/>
              </a:rPr>
              <a:t> your mouse on the background and </a:t>
            </a:r>
          </a:p>
          <a:p>
            <a:pPr defTabSz="2571147"/>
            <a:r>
              <a:rPr lang="en-US" sz="3600" baseline="0" dirty="0" smtClean="0">
                <a:latin typeface="Trebuchet MS" pitchFamily="34" charset="0"/>
              </a:rPr>
              <a:t>click on “Layout” to see the layout options.</a:t>
            </a:r>
            <a:endParaRPr lang="en-US" sz="3600" dirty="0" smtClean="0">
              <a:latin typeface="Trebuchet MS" pitchFamily="34" charset="0"/>
            </a:endParaRPr>
          </a:p>
          <a:p>
            <a:pPr marL="0" marR="0" indent="0" algn="l" defTabSz="25711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aseline="0" dirty="0" smtClean="0">
                <a:latin typeface="Trebuchet MS" pitchFamily="34" charset="0"/>
              </a:rPr>
              <a:t>The columns in the provided layouts are fixed and </a:t>
            </a:r>
          </a:p>
          <a:p>
            <a:pPr marL="0" marR="0" indent="0" algn="l" defTabSz="25711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aseline="0" dirty="0" smtClean="0">
                <a:latin typeface="Trebuchet MS" pitchFamily="34" charset="0"/>
              </a:rPr>
              <a:t>cannot be moved but advanced users can modify </a:t>
            </a:r>
          </a:p>
          <a:p>
            <a:pPr marL="0" marR="0" indent="0" algn="l" defTabSz="25711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aseline="0" dirty="0" smtClean="0">
                <a:latin typeface="Trebuchet MS" pitchFamily="34" charset="0"/>
              </a:rPr>
              <a:t>any layout by going to VIEW and then SLIDE MASTER.</a:t>
            </a:r>
          </a:p>
          <a:p>
            <a:pPr marL="0" marR="0" indent="0" algn="l" defTabSz="25711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3600" baseline="0" dirty="0" smtClean="0">
              <a:latin typeface="Trebuchet MS" pitchFamily="34" charset="0"/>
            </a:endParaRPr>
          </a:p>
          <a:p>
            <a:pPr defTabSz="2571147"/>
            <a:r>
              <a:rPr lang="en-US" sz="3600" b="1" baseline="0" dirty="0" smtClean="0">
                <a:solidFill>
                  <a:srgbClr val="FFFF00"/>
                </a:solidFill>
                <a:latin typeface="Trebuchet MS" pitchFamily="34" charset="0"/>
              </a:rPr>
              <a:t>Importing text and graphics from external sources</a:t>
            </a:r>
          </a:p>
          <a:p>
            <a:pPr defTabSz="2571147"/>
            <a:r>
              <a:rPr lang="en-US" sz="3600" b="1" u="sng" baseline="0" dirty="0" smtClean="0">
                <a:latin typeface="Trebuchet MS" pitchFamily="34" charset="0"/>
              </a:rPr>
              <a:t>TEXT: </a:t>
            </a:r>
            <a:r>
              <a:rPr lang="en-US" sz="3600" baseline="0" dirty="0" smtClean="0">
                <a:latin typeface="Trebuchet MS" pitchFamily="34" charset="0"/>
              </a:rPr>
              <a:t>Paste or type your text into a pre-existing placeholder or drag in a new placeholder from the left side of the template. Move it anywhere as needed.</a:t>
            </a:r>
          </a:p>
          <a:p>
            <a:pPr defTabSz="2571147"/>
            <a:r>
              <a:rPr lang="en-US" sz="3600" b="1" u="sng" baseline="0" dirty="0" smtClean="0">
                <a:latin typeface="Trebuchet MS" pitchFamily="34" charset="0"/>
              </a:rPr>
              <a:t>PHOTOS: </a:t>
            </a:r>
            <a:r>
              <a:rPr lang="en-US" sz="3600" baseline="0" dirty="0" smtClean="0">
                <a:latin typeface="Trebuchet MS" pitchFamily="34" charset="0"/>
              </a:rPr>
              <a:t>Drag in a picture placeholder, size it </a:t>
            </a:r>
            <a:r>
              <a:rPr lang="en-US" sz="3600" u="sng" baseline="0" dirty="0" smtClean="0">
                <a:latin typeface="Trebuchet MS" pitchFamily="34" charset="0"/>
              </a:rPr>
              <a:t>first</a:t>
            </a:r>
            <a:r>
              <a:rPr lang="en-US" sz="3600" baseline="0" dirty="0" smtClean="0">
                <a:latin typeface="Trebuchet MS" pitchFamily="34" charset="0"/>
              </a:rPr>
              <a:t>, click in it and insert a photo from the menu.</a:t>
            </a:r>
          </a:p>
          <a:p>
            <a:pPr defTabSz="2571147"/>
            <a:r>
              <a:rPr lang="en-US" sz="3600" b="1" u="sng" baseline="0" dirty="0" smtClean="0">
                <a:latin typeface="Trebuchet MS" pitchFamily="34" charset="0"/>
              </a:rPr>
              <a:t>TABLES: </a:t>
            </a:r>
            <a:r>
              <a:rPr lang="en-US" sz="3600" baseline="0" dirty="0" smtClean="0">
                <a:latin typeface="Trebuchet MS" pitchFamily="34" charset="0"/>
              </a:rPr>
              <a:t>You can copy and paste a table from an external document onto this poster template. To adjust  the way the text fits within the cells of a table that has been pasted, </a:t>
            </a:r>
            <a:r>
              <a:rPr lang="en-US" sz="3600" u="sng" baseline="0" dirty="0" smtClean="0">
                <a:latin typeface="Trebuchet MS" pitchFamily="34" charset="0"/>
              </a:rPr>
              <a:t>right-click</a:t>
            </a:r>
            <a:r>
              <a:rPr lang="en-US" sz="3600" baseline="0" dirty="0" smtClean="0">
                <a:latin typeface="Trebuchet MS" pitchFamily="34" charset="0"/>
              </a:rPr>
              <a:t> on the table, click FORMAT SHAPE  then click on TEXT BOX and change the INTERNAL MARGIN values to 0.25</a:t>
            </a:r>
          </a:p>
          <a:p>
            <a:pPr defTabSz="2571147"/>
            <a:endParaRPr lang="en-US" sz="3600" baseline="0" dirty="0" smtClean="0">
              <a:latin typeface="Trebuchet MS" pitchFamily="34" charset="0"/>
            </a:endParaRPr>
          </a:p>
          <a:p>
            <a:pPr defTabSz="2571147"/>
            <a:r>
              <a:rPr lang="en-US" sz="3600" b="1" baseline="0" dirty="0" smtClean="0">
                <a:solidFill>
                  <a:srgbClr val="FFFF00"/>
                </a:solidFill>
                <a:latin typeface="Trebuchet MS" pitchFamily="34" charset="0"/>
              </a:rPr>
              <a:t>Modifying the color scheme</a:t>
            </a:r>
          </a:p>
          <a:p>
            <a:pPr defTabSz="2571147"/>
            <a:r>
              <a:rPr lang="en-US" sz="3600" baseline="0" dirty="0" smtClean="0">
                <a:latin typeface="Trebuchet MS" pitchFamily="34" charset="0"/>
              </a:rPr>
              <a:t>To change the color scheme of this template go to the “Design” menu and click on “Colors”. You can choose from the provide color combinations or you can create your own.</a:t>
            </a:r>
          </a:p>
          <a:p>
            <a:pPr defTabSz="2571147"/>
            <a:endParaRPr lang="en-US" sz="3600" baseline="0" dirty="0" smtClean="0">
              <a:latin typeface="Trebuchet MS" pitchFamily="34" charset="0"/>
            </a:endParaRPr>
          </a:p>
          <a:p>
            <a:pPr defTabSz="2571147"/>
            <a:endParaRPr lang="en-US" sz="3600" baseline="0" dirty="0" smtClean="0">
              <a:latin typeface="Trebuchet MS" pitchFamily="34" charset="0"/>
            </a:endParaRPr>
          </a:p>
          <a:p>
            <a:pPr defTabSz="3600037"/>
            <a:endParaRPr lang="en-US" sz="2600" baseline="0" dirty="0" smtClean="0">
              <a:latin typeface="Trebuchet MS" pitchFamily="34" charset="0"/>
            </a:endParaRPr>
          </a:p>
          <a:p>
            <a:pPr defTabSz="3600037"/>
            <a:endParaRPr lang="en-US" sz="2600" dirty="0" smtClean="0">
              <a:latin typeface="Trebuchet MS" pitchFamily="34" charset="0"/>
            </a:endParaRPr>
          </a:p>
          <a:p>
            <a:pPr algn="ctr"/>
            <a:endParaRPr lang="en-US" sz="2600" b="1" dirty="0" smtClean="0">
              <a:solidFill>
                <a:schemeClr val="bg1"/>
              </a:solidFill>
              <a:latin typeface="Trebuchet MS" pitchFamily="34" charset="0"/>
            </a:endParaRPr>
          </a:p>
          <a:p>
            <a:pPr defTabSz="3600037"/>
            <a:endParaRPr lang="en-US" sz="2600" b="1" dirty="0" smtClean="0">
              <a:solidFill>
                <a:srgbClr val="FFFF00"/>
              </a:solidFill>
              <a:latin typeface="Trebuchet MS" pitchFamily="34" charset="0"/>
            </a:endParaRPr>
          </a:p>
          <a:p>
            <a:pPr algn="ctr"/>
            <a:endParaRPr lang="en-US" sz="3600" b="1" dirty="0">
              <a:latin typeface="Trebuchet MS" pitchFamily="34" charset="0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-17272530" y="-21430"/>
            <a:ext cx="16983878" cy="35999738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9992" tIns="299981" rIns="149992" bIns="149992" rtlCol="0" anchor="t" anchorCtr="0"/>
          <a:lstStyle/>
          <a:p>
            <a:pPr algn="ctr"/>
            <a:r>
              <a:rPr lang="en-US" sz="4900" b="1" dirty="0" smtClean="0">
                <a:solidFill>
                  <a:schemeClr val="bg1"/>
                </a:solidFill>
                <a:latin typeface="Trebuchet MS" pitchFamily="34" charset="0"/>
              </a:rPr>
              <a:t>QUICK DESIGN</a:t>
            </a:r>
            <a:r>
              <a:rPr lang="en-US" sz="4900" b="1" baseline="0" dirty="0" smtClean="0">
                <a:solidFill>
                  <a:schemeClr val="bg1"/>
                </a:solidFill>
                <a:latin typeface="Trebuchet MS" pitchFamily="34" charset="0"/>
              </a:rPr>
              <a:t> </a:t>
            </a:r>
            <a:r>
              <a:rPr lang="en-US" sz="4900" b="1" dirty="0" smtClean="0">
                <a:solidFill>
                  <a:schemeClr val="bg1"/>
                </a:solidFill>
                <a:latin typeface="Trebuchet MS" pitchFamily="34" charset="0"/>
              </a:rPr>
              <a:t>GUIDE</a:t>
            </a:r>
          </a:p>
          <a:p>
            <a:pPr algn="ctr"/>
            <a:r>
              <a:rPr lang="en-US" sz="4400" b="1" dirty="0" smtClean="0">
                <a:solidFill>
                  <a:srgbClr val="FFFF00"/>
                </a:solidFill>
                <a:latin typeface="Trebuchet MS" pitchFamily="34" charset="0"/>
              </a:rPr>
              <a:t>(--THIS SECTION DOES NOT PRINT--)</a:t>
            </a:r>
          </a:p>
          <a:p>
            <a:pPr algn="ctr"/>
            <a:endParaRPr lang="en-US" sz="3600" b="1" dirty="0" smtClean="0">
              <a:latin typeface="Trebuchet MS" pitchFamily="34" charset="0"/>
            </a:endParaRPr>
          </a:p>
          <a:p>
            <a:pPr defTabSz="3600037"/>
            <a:r>
              <a:rPr lang="en-US" sz="3600" dirty="0" smtClean="0">
                <a:latin typeface="Trebuchet MS" pitchFamily="34" charset="0"/>
              </a:rPr>
              <a:t>This PowerPoint</a:t>
            </a:r>
            <a:r>
              <a:rPr lang="en-US" sz="3600" baseline="0" dirty="0" smtClean="0">
                <a:latin typeface="Trebuchet MS" pitchFamily="34" charset="0"/>
              </a:rPr>
              <a:t> </a:t>
            </a:r>
            <a:r>
              <a:rPr lang="en-US" sz="3600" dirty="0" smtClean="0">
                <a:latin typeface="Trebuchet MS" pitchFamily="34" charset="0"/>
              </a:rPr>
              <a:t>2007 template produces</a:t>
            </a:r>
            <a:r>
              <a:rPr lang="en-US" sz="3600" baseline="0" dirty="0" smtClean="0">
                <a:latin typeface="Trebuchet MS" pitchFamily="34" charset="0"/>
              </a:rPr>
              <a:t> </a:t>
            </a:r>
            <a:r>
              <a:rPr lang="en-US" sz="3600" dirty="0" smtClean="0">
                <a:latin typeface="Trebuchet MS" pitchFamily="34" charset="0"/>
              </a:rPr>
              <a:t>a 100cm</a:t>
            </a:r>
            <a:r>
              <a:rPr lang="en-US" sz="3600" baseline="0" dirty="0" smtClean="0">
                <a:latin typeface="Trebuchet MS" pitchFamily="34" charset="0"/>
              </a:rPr>
              <a:t> x100cm</a:t>
            </a:r>
            <a:r>
              <a:rPr lang="en-US" sz="3600" dirty="0" smtClean="0">
                <a:latin typeface="Trebuchet MS" pitchFamily="34" charset="0"/>
              </a:rPr>
              <a:t> professional  poster. It</a:t>
            </a:r>
            <a:r>
              <a:rPr lang="en-US" sz="3600" baseline="0" dirty="0" smtClean="0">
                <a:latin typeface="Trebuchet MS" pitchFamily="34" charset="0"/>
              </a:rPr>
              <a:t> </a:t>
            </a:r>
            <a:r>
              <a:rPr lang="en-US" sz="3600" dirty="0" smtClean="0">
                <a:latin typeface="Trebuchet MS" pitchFamily="34" charset="0"/>
              </a:rPr>
              <a:t>will save you valuable time placing titles, subtitles,</a:t>
            </a:r>
            <a:r>
              <a:rPr lang="en-US" sz="3600" baseline="0" dirty="0" smtClean="0">
                <a:latin typeface="Trebuchet MS" pitchFamily="34" charset="0"/>
              </a:rPr>
              <a:t> text, and graphics</a:t>
            </a:r>
            <a:r>
              <a:rPr lang="en-US" sz="3600" dirty="0" smtClean="0">
                <a:latin typeface="Trebuchet MS" pitchFamily="34" charset="0"/>
              </a:rPr>
              <a:t>. </a:t>
            </a:r>
          </a:p>
          <a:p>
            <a:pPr defTabSz="3600037"/>
            <a:endParaRPr lang="en-US" sz="3600" dirty="0" smtClean="0">
              <a:latin typeface="Trebuchet MS" pitchFamily="34" charset="0"/>
            </a:endParaRPr>
          </a:p>
          <a:p>
            <a:pPr defTabSz="3600037"/>
            <a:r>
              <a:rPr lang="en-US" sz="3600" dirty="0" smtClean="0">
                <a:latin typeface="Trebuchet MS" pitchFamily="34" charset="0"/>
              </a:rPr>
              <a:t>Use it to create your presentation. Then send</a:t>
            </a:r>
            <a:r>
              <a:rPr lang="en-US" sz="3600" baseline="0" dirty="0" smtClean="0">
                <a:latin typeface="Trebuchet MS" pitchFamily="34" charset="0"/>
              </a:rPr>
              <a:t> it </a:t>
            </a:r>
            <a:r>
              <a:rPr lang="en-US" sz="3600" dirty="0" smtClean="0">
                <a:latin typeface="Trebuchet MS" pitchFamily="34" charset="0"/>
              </a:rPr>
              <a:t>to </a:t>
            </a:r>
            <a:r>
              <a:rPr lang="en-US" sz="3600" b="1" dirty="0" smtClean="0">
                <a:latin typeface="Trebuchet MS" pitchFamily="34" charset="0"/>
              </a:rPr>
              <a:t>PosterPresentations.com</a:t>
            </a:r>
            <a:r>
              <a:rPr lang="en-US" sz="3600" dirty="0" smtClean="0">
                <a:latin typeface="Trebuchet MS" pitchFamily="34" charset="0"/>
              </a:rPr>
              <a:t> for premium quality, same day affordable printing.</a:t>
            </a:r>
            <a:br>
              <a:rPr lang="en-US" sz="3600" dirty="0" smtClean="0">
                <a:latin typeface="Trebuchet MS" pitchFamily="34" charset="0"/>
              </a:rPr>
            </a:br>
            <a:endParaRPr lang="en-US" sz="3600" dirty="0" smtClean="0">
              <a:latin typeface="Trebuchet MS" pitchFamily="34" charset="0"/>
            </a:endParaRPr>
          </a:p>
          <a:p>
            <a:pPr defTabSz="3600037"/>
            <a:r>
              <a:rPr lang="en-US" sz="3600" dirty="0" smtClean="0">
                <a:latin typeface="Trebuchet MS" pitchFamily="34" charset="0"/>
              </a:rPr>
              <a:t>We provide a series of </a:t>
            </a:r>
            <a:r>
              <a:rPr lang="en-US" sz="3600" b="1" dirty="0" smtClean="0">
                <a:latin typeface="Trebuchet MS" pitchFamily="34" charset="0"/>
              </a:rPr>
              <a:t>online tutorials</a:t>
            </a:r>
            <a:r>
              <a:rPr lang="en-US" sz="3600" dirty="0" smtClean="0">
                <a:latin typeface="Trebuchet MS" pitchFamily="34" charset="0"/>
              </a:rPr>
              <a:t> that will guide you through the poster design process and answer your poster production questions. </a:t>
            </a:r>
          </a:p>
          <a:p>
            <a:pPr defTabSz="3600037"/>
            <a:endParaRPr lang="en-US" sz="3600" dirty="0" smtClean="0">
              <a:latin typeface="Trebuchet MS" pitchFamily="34" charset="0"/>
            </a:endParaRPr>
          </a:p>
          <a:p>
            <a:pPr defTabSz="3600037"/>
            <a:r>
              <a:rPr lang="en-US" sz="3600" dirty="0" smtClean="0">
                <a:latin typeface="Trebuchet MS" pitchFamily="34" charset="0"/>
              </a:rPr>
              <a:t>View our online</a:t>
            </a:r>
            <a:r>
              <a:rPr lang="en-US" sz="3600" baseline="0" dirty="0" smtClean="0">
                <a:latin typeface="Trebuchet MS" pitchFamily="34" charset="0"/>
              </a:rPr>
              <a:t> tutorials at:</a:t>
            </a:r>
            <a:r>
              <a:rPr lang="en-US" sz="3600" dirty="0" smtClean="0">
                <a:latin typeface="Trebuchet MS" pitchFamily="34" charset="0"/>
              </a:rPr>
              <a:t/>
            </a:r>
            <a:br>
              <a:rPr lang="en-US" sz="3600" dirty="0" smtClean="0">
                <a:latin typeface="Trebuchet MS" pitchFamily="34" charset="0"/>
              </a:rPr>
            </a:br>
            <a:r>
              <a:rPr lang="en-US" sz="3600" dirty="0" smtClean="0">
                <a:solidFill>
                  <a:srgbClr val="FFFF00"/>
                </a:solidFill>
                <a:latin typeface="Trebuchet MS" pitchFamily="34" charset="0"/>
              </a:rPr>
              <a:t> http://bit.ly/Poster_creation_help </a:t>
            </a:r>
            <a:r>
              <a:rPr lang="en-US" sz="3600" dirty="0" smtClean="0">
                <a:latin typeface="Trebuchet MS" pitchFamily="34" charset="0"/>
              </a:rPr>
              <a:t/>
            </a:r>
            <a:br>
              <a:rPr lang="en-US" sz="3600" dirty="0" smtClean="0">
                <a:latin typeface="Trebuchet MS" pitchFamily="34" charset="0"/>
              </a:rPr>
            </a:br>
            <a:r>
              <a:rPr lang="en-US" sz="3600" dirty="0" smtClean="0">
                <a:latin typeface="Trebuchet MS" pitchFamily="34" charset="0"/>
              </a:rPr>
              <a:t>(copy</a:t>
            </a:r>
            <a:r>
              <a:rPr lang="en-US" sz="3600" baseline="0" dirty="0" smtClean="0">
                <a:latin typeface="Trebuchet MS" pitchFamily="34" charset="0"/>
              </a:rPr>
              <a:t> and paste the link into your web browser).</a:t>
            </a:r>
          </a:p>
          <a:p>
            <a:pPr defTabSz="3600037"/>
            <a:endParaRPr lang="en-US" sz="3600" dirty="0" smtClean="0">
              <a:latin typeface="Trebuchet MS" pitchFamily="34" charset="0"/>
            </a:endParaRPr>
          </a:p>
          <a:p>
            <a:pPr defTabSz="3600037"/>
            <a:r>
              <a:rPr lang="en-US" sz="3600" dirty="0" smtClean="0">
                <a:latin typeface="Trebuchet MS" pitchFamily="34" charset="0"/>
              </a:rPr>
              <a:t>For assistance and to order your printed poster</a:t>
            </a:r>
            <a:r>
              <a:rPr lang="en-US" sz="3600" dirty="0" smtClean="0">
                <a:solidFill>
                  <a:schemeClr val="bg1"/>
                </a:solidFill>
                <a:latin typeface="Trebuchet MS" pitchFamily="34" charset="0"/>
              </a:rPr>
              <a:t> call </a:t>
            </a:r>
            <a:r>
              <a:rPr lang="en-US" sz="3600" b="1" dirty="0" smtClean="0">
                <a:solidFill>
                  <a:srgbClr val="FFFF00"/>
                </a:solidFill>
                <a:latin typeface="Trebuchet MS" pitchFamily="34" charset="0"/>
              </a:rPr>
              <a:t>PosterPresentations.com</a:t>
            </a:r>
            <a:r>
              <a:rPr lang="en-US" sz="3600" dirty="0" smtClean="0">
                <a:solidFill>
                  <a:srgbClr val="FFFF00"/>
                </a:solidFill>
                <a:latin typeface="Trebuchet MS" pitchFamily="34" charset="0"/>
              </a:rPr>
              <a:t> </a:t>
            </a:r>
            <a:r>
              <a:rPr lang="en-US" sz="3600" dirty="0" smtClean="0">
                <a:latin typeface="Trebuchet MS" pitchFamily="34" charset="0"/>
              </a:rPr>
              <a:t>at </a:t>
            </a:r>
            <a:r>
              <a:rPr lang="en-US" sz="4400" b="1" dirty="0" smtClean="0">
                <a:solidFill>
                  <a:srgbClr val="FFFF00"/>
                </a:solidFill>
                <a:latin typeface="Trebuchet MS" pitchFamily="34" charset="0"/>
              </a:rPr>
              <a:t>1.866.649.3004</a:t>
            </a:r>
          </a:p>
          <a:p>
            <a:pPr defTabSz="3600037"/>
            <a:endParaRPr lang="en-US" sz="4400" b="1" dirty="0" smtClean="0">
              <a:solidFill>
                <a:srgbClr val="FFFF00"/>
              </a:solidFill>
              <a:latin typeface="Trebuchet MS" pitchFamily="34" charset="0"/>
            </a:endParaRPr>
          </a:p>
          <a:p>
            <a:pPr algn="ctr"/>
            <a:r>
              <a:rPr lang="en-US" sz="4900" b="1" dirty="0" smtClean="0">
                <a:solidFill>
                  <a:schemeClr val="bg1"/>
                </a:solidFill>
                <a:latin typeface="Trebuchet MS" pitchFamily="34" charset="0"/>
              </a:rPr>
              <a:t>Object Placeholders</a:t>
            </a:r>
          </a:p>
          <a:p>
            <a:pPr algn="ctr"/>
            <a:endParaRPr lang="en-US" sz="4900" b="1" dirty="0" smtClean="0">
              <a:solidFill>
                <a:schemeClr val="bg1"/>
              </a:solidFill>
              <a:latin typeface="Trebuchet MS" pitchFamily="34" charset="0"/>
            </a:endParaRPr>
          </a:p>
          <a:p>
            <a:pPr defTabSz="3600037"/>
            <a:r>
              <a:rPr lang="en-US" sz="3600" dirty="0" smtClean="0">
                <a:latin typeface="Trebuchet MS" pitchFamily="34" charset="0"/>
              </a:rPr>
              <a:t>Use the placeholders provided below to add new elements to your poster:</a:t>
            </a:r>
            <a:r>
              <a:rPr lang="en-US" sz="3600" baseline="0" dirty="0" smtClean="0">
                <a:latin typeface="Trebuchet MS" pitchFamily="34" charset="0"/>
              </a:rPr>
              <a:t> </a:t>
            </a:r>
            <a:r>
              <a:rPr lang="en-US" sz="3600" dirty="0" smtClean="0">
                <a:latin typeface="Trebuchet MS" pitchFamily="34" charset="0"/>
              </a:rPr>
              <a:t>Drag a placeholder onto the</a:t>
            </a:r>
            <a:r>
              <a:rPr lang="en-US" sz="3600" baseline="0" dirty="0" smtClean="0">
                <a:latin typeface="Trebuchet MS" pitchFamily="34" charset="0"/>
              </a:rPr>
              <a:t> poster area,</a:t>
            </a:r>
            <a:r>
              <a:rPr lang="en-US" sz="3600" dirty="0" smtClean="0">
                <a:latin typeface="Trebuchet MS" pitchFamily="34" charset="0"/>
              </a:rPr>
              <a:t> size it, and click it to edit.</a:t>
            </a:r>
          </a:p>
          <a:p>
            <a:pPr defTabSz="3600037"/>
            <a:endParaRPr lang="en-US" sz="3600" dirty="0" smtClean="0">
              <a:latin typeface="Trebuchet MS" pitchFamily="34" charset="0"/>
            </a:endParaRPr>
          </a:p>
          <a:p>
            <a:pPr defTabSz="3600037"/>
            <a:r>
              <a:rPr lang="en-US" sz="3600" b="1" dirty="0" smtClean="0">
                <a:solidFill>
                  <a:srgbClr val="FFFF00"/>
                </a:solidFill>
                <a:latin typeface="Trebuchet MS" pitchFamily="34" charset="0"/>
              </a:rPr>
              <a:t>Section Header placeholder</a:t>
            </a:r>
          </a:p>
          <a:p>
            <a:pPr defTabSz="3600037"/>
            <a:r>
              <a:rPr lang="en-US" sz="3600" dirty="0" smtClean="0">
                <a:latin typeface="Trebuchet MS" pitchFamily="34" charset="0"/>
              </a:rPr>
              <a:t>Move</a:t>
            </a:r>
            <a:r>
              <a:rPr lang="en-US" sz="3600" baseline="0" dirty="0" smtClean="0">
                <a:latin typeface="Trebuchet MS" pitchFamily="34" charset="0"/>
              </a:rPr>
              <a:t> this preformatted section header placeholder to the poster area to add another section header. Use section headers to separate topics or concepts within your presentation. </a:t>
            </a:r>
            <a:endParaRPr lang="el-GR" sz="3600" baseline="0" dirty="0" smtClean="0">
              <a:latin typeface="Trebuchet MS" pitchFamily="34" charset="0"/>
            </a:endParaRPr>
          </a:p>
          <a:p>
            <a:pPr defTabSz="3600037"/>
            <a:endParaRPr lang="el-GR" sz="3600" baseline="0" dirty="0" smtClean="0">
              <a:latin typeface="Trebuchet MS" pitchFamily="34" charset="0"/>
            </a:endParaRPr>
          </a:p>
          <a:p>
            <a:pPr defTabSz="3600037"/>
            <a:endParaRPr lang="en-US" sz="3600" baseline="0" dirty="0" smtClean="0">
              <a:latin typeface="Trebuchet MS" pitchFamily="34" charset="0"/>
            </a:endParaRPr>
          </a:p>
          <a:p>
            <a:pPr defTabSz="3600037"/>
            <a:endParaRPr lang="en-US" sz="3600" baseline="0" dirty="0" smtClean="0">
              <a:latin typeface="Trebuchet MS" pitchFamily="34" charset="0"/>
            </a:endParaRPr>
          </a:p>
          <a:p>
            <a:pPr defTabSz="3600037"/>
            <a:endParaRPr lang="en-US" sz="3600" dirty="0" smtClean="0">
              <a:latin typeface="Trebuchet MS" pitchFamily="34" charset="0"/>
            </a:endParaRPr>
          </a:p>
          <a:p>
            <a:pPr defTabSz="3600037"/>
            <a:endParaRPr lang="en-US" sz="3600" b="1" dirty="0" smtClean="0">
              <a:solidFill>
                <a:srgbClr val="FFFF00"/>
              </a:solidFill>
              <a:latin typeface="Trebuchet MS" pitchFamily="34" charset="0"/>
            </a:endParaRPr>
          </a:p>
          <a:p>
            <a:pPr defTabSz="3600037"/>
            <a:r>
              <a:rPr lang="en-US" sz="3600" b="1" dirty="0" smtClean="0">
                <a:solidFill>
                  <a:srgbClr val="FFFF00"/>
                </a:solidFill>
                <a:latin typeface="Trebuchet MS" pitchFamily="34" charset="0"/>
              </a:rPr>
              <a:t>Text placeholder</a:t>
            </a:r>
          </a:p>
          <a:p>
            <a:pPr defTabSz="3600037"/>
            <a:r>
              <a:rPr lang="en-US" sz="3600" baseline="0" dirty="0" smtClean="0">
                <a:latin typeface="Trebuchet MS" pitchFamily="34" charset="0"/>
              </a:rPr>
              <a:t>Move this preformatted text placeholder to the poster to add a new body of text.</a:t>
            </a:r>
            <a:endParaRPr lang="el-GR" sz="3600" baseline="0" dirty="0" smtClean="0">
              <a:latin typeface="Trebuchet MS" pitchFamily="34" charset="0"/>
            </a:endParaRPr>
          </a:p>
          <a:p>
            <a:pPr defTabSz="3600037"/>
            <a:endParaRPr lang="el-GR" sz="3600" baseline="0" dirty="0" smtClean="0">
              <a:latin typeface="Trebuchet MS" pitchFamily="34" charset="0"/>
            </a:endParaRPr>
          </a:p>
          <a:p>
            <a:pPr defTabSz="3600037"/>
            <a:endParaRPr lang="en-US" sz="3600" baseline="0" dirty="0" smtClean="0">
              <a:latin typeface="Trebuchet MS" pitchFamily="34" charset="0"/>
            </a:endParaRPr>
          </a:p>
          <a:p>
            <a:pPr defTabSz="3600037"/>
            <a:endParaRPr lang="en-US" sz="3600" baseline="0" dirty="0" smtClean="0">
              <a:latin typeface="Trebuchet MS" pitchFamily="34" charset="0"/>
            </a:endParaRPr>
          </a:p>
          <a:p>
            <a:pPr defTabSz="3600037"/>
            <a:endParaRPr lang="en-US" sz="3600" baseline="0" dirty="0" smtClean="0">
              <a:latin typeface="Trebuchet MS" pitchFamily="34" charset="0"/>
            </a:endParaRPr>
          </a:p>
          <a:p>
            <a:pPr defTabSz="3600037"/>
            <a:endParaRPr lang="en-US" sz="3600" baseline="0" dirty="0" smtClean="0">
              <a:latin typeface="Trebuchet MS" pitchFamily="34" charset="0"/>
            </a:endParaRPr>
          </a:p>
          <a:p>
            <a:pPr defTabSz="3600037"/>
            <a:endParaRPr lang="en-US" sz="3600" b="1" baseline="0" dirty="0" smtClean="0">
              <a:solidFill>
                <a:srgbClr val="FFFF00"/>
              </a:solidFill>
              <a:latin typeface="Trebuchet MS" pitchFamily="34" charset="0"/>
            </a:endParaRPr>
          </a:p>
          <a:p>
            <a:pPr defTabSz="3600037"/>
            <a:r>
              <a:rPr lang="en-US" sz="3600" b="1" baseline="0" dirty="0" smtClean="0">
                <a:solidFill>
                  <a:srgbClr val="FFFF00"/>
                </a:solidFill>
                <a:latin typeface="Trebuchet MS" pitchFamily="34" charset="0"/>
              </a:rPr>
              <a:t>Picture placeholder</a:t>
            </a:r>
          </a:p>
          <a:p>
            <a:pPr defTabSz="3600037"/>
            <a:r>
              <a:rPr lang="en-US" sz="3600" baseline="0" dirty="0" smtClean="0">
                <a:latin typeface="Trebuchet MS" pitchFamily="34" charset="0"/>
              </a:rPr>
              <a:t>Move this graphic placeholder onto your poster, size it first, and then click it to add a picture to the poster.</a:t>
            </a:r>
          </a:p>
          <a:p>
            <a:pPr defTabSz="3600037"/>
            <a:endParaRPr lang="en-US" sz="3000" baseline="0" dirty="0" smtClean="0">
              <a:latin typeface="Trebuchet MS" pitchFamily="34" charset="0"/>
            </a:endParaRPr>
          </a:p>
          <a:p>
            <a:pPr defTabSz="3600037"/>
            <a:endParaRPr lang="en-US" sz="3000" baseline="0" dirty="0" smtClean="0">
              <a:latin typeface="Trebuchet MS" pitchFamily="34" charset="0"/>
            </a:endParaRPr>
          </a:p>
          <a:p>
            <a:pPr defTabSz="3600037"/>
            <a:endParaRPr lang="en-US" sz="3000" baseline="0" dirty="0" smtClean="0">
              <a:latin typeface="Trebuchet MS" pitchFamily="34" charset="0"/>
            </a:endParaRPr>
          </a:p>
          <a:p>
            <a:pPr algn="ctr"/>
            <a:endParaRPr lang="en-US" sz="3900" b="1" dirty="0" smtClean="0">
              <a:solidFill>
                <a:schemeClr val="bg1"/>
              </a:solidFill>
              <a:latin typeface="Trebuchet MS" pitchFamily="34" charset="0"/>
            </a:endParaRPr>
          </a:p>
          <a:p>
            <a:pPr algn="ctr"/>
            <a:endParaRPr lang="en-US" sz="3900" b="1" dirty="0" smtClean="0">
              <a:solidFill>
                <a:schemeClr val="bg1"/>
              </a:solidFill>
              <a:latin typeface="Trebuchet MS" pitchFamily="34" charset="0"/>
            </a:endParaRPr>
          </a:p>
          <a:p>
            <a:pPr algn="ctr"/>
            <a:endParaRPr lang="en-US" sz="3900" b="1" dirty="0" smtClean="0">
              <a:solidFill>
                <a:schemeClr val="bg1"/>
              </a:solidFill>
              <a:latin typeface="Trebuchet MS" pitchFamily="34" charset="0"/>
            </a:endParaRPr>
          </a:p>
          <a:p>
            <a:pPr algn="ctr"/>
            <a:endParaRPr lang="en-US" sz="3900" b="1" dirty="0" smtClean="0">
              <a:solidFill>
                <a:schemeClr val="bg1"/>
              </a:solidFill>
              <a:latin typeface="Trebuchet MS" pitchFamily="34" charset="0"/>
            </a:endParaRPr>
          </a:p>
          <a:p>
            <a:pPr defTabSz="3600037"/>
            <a:endParaRPr lang="en-US" sz="3000" dirty="0" smtClean="0">
              <a:latin typeface="Trebuchet MS" pitchFamily="34" charset="0"/>
            </a:endParaRPr>
          </a:p>
          <a:p>
            <a:pPr algn="ctr"/>
            <a:endParaRPr lang="en-US" sz="3000" b="1" dirty="0" smtClean="0">
              <a:solidFill>
                <a:schemeClr val="bg1"/>
              </a:solidFill>
              <a:latin typeface="Trebuchet MS" pitchFamily="34" charset="0"/>
            </a:endParaRPr>
          </a:p>
          <a:p>
            <a:pPr defTabSz="3600037"/>
            <a:endParaRPr lang="en-US" sz="3000" b="1" dirty="0" smtClean="0">
              <a:solidFill>
                <a:srgbClr val="FFFF00"/>
              </a:solidFill>
              <a:latin typeface="Trebuchet MS" pitchFamily="34" charset="0"/>
            </a:endParaRPr>
          </a:p>
          <a:p>
            <a:pPr algn="ctr"/>
            <a:endParaRPr lang="en-US" sz="3900" b="1" dirty="0">
              <a:latin typeface="Trebuchet MS" pitchFamily="34" charset="0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-17272530" y="22781084"/>
            <a:ext cx="16983878" cy="849994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996" tIns="37497" rIns="74996" bIns="37497" rtlCol="0" anchor="ctr"/>
          <a:lstStyle/>
          <a:p>
            <a:pPr algn="ctr"/>
            <a:endParaRPr lang="en-US" dirty="0"/>
          </a:p>
        </p:txBody>
      </p:sp>
      <p:pic>
        <p:nvPicPr>
          <p:cNvPr id="24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7665507" y="15873301"/>
            <a:ext cx="3888887" cy="25417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5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7399883" y="12555334"/>
            <a:ext cx="756016" cy="38207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</p:pic>
      <p:sp>
        <p:nvSpPr>
          <p:cNvPr id="26" name="TextBox 25"/>
          <p:cNvSpPr txBox="1"/>
          <p:nvPr/>
        </p:nvSpPr>
        <p:spPr>
          <a:xfrm>
            <a:off x="36551522" y="33123960"/>
            <a:ext cx="7513303" cy="2384051"/>
          </a:xfrm>
          <a:prstGeom prst="rect">
            <a:avLst/>
          </a:prstGeom>
          <a:noFill/>
        </p:spPr>
        <p:txBody>
          <a:bodyPr wrap="square" lIns="74996" tIns="37497" rIns="74996" bIns="37497" rtlCol="0">
            <a:spAutoFit/>
          </a:bodyPr>
          <a:lstStyle/>
          <a:p>
            <a:r>
              <a:rPr lang="en-US" sz="3900" dirty="0" smtClean="0">
                <a:solidFill>
                  <a:schemeClr val="bg1"/>
                </a:solidFill>
              </a:rPr>
              <a:t>© 2011 PosterPresentations.com</a:t>
            </a:r>
            <a:br>
              <a:rPr lang="en-US" sz="3900" dirty="0" smtClean="0">
                <a:solidFill>
                  <a:schemeClr val="bg1"/>
                </a:solidFill>
              </a:rPr>
            </a:br>
            <a:r>
              <a:rPr lang="en-US" sz="3900" dirty="0" smtClean="0">
                <a:solidFill>
                  <a:schemeClr val="bg1"/>
                </a:solidFill>
              </a:rPr>
              <a:t>    </a:t>
            </a:r>
            <a:r>
              <a:rPr lang="en-US" sz="3600" dirty="0" smtClean="0">
                <a:solidFill>
                  <a:schemeClr val="bg1"/>
                </a:solidFill>
              </a:rPr>
              <a:t>2117 Fourth Street ,</a:t>
            </a:r>
            <a:r>
              <a:rPr lang="en-US" sz="3600" baseline="0" dirty="0" smtClean="0">
                <a:solidFill>
                  <a:schemeClr val="bg1"/>
                </a:solidFill>
              </a:rPr>
              <a:t> Unit C</a:t>
            </a:r>
            <a:br>
              <a:rPr lang="en-US" sz="3600" baseline="0" dirty="0" smtClean="0">
                <a:solidFill>
                  <a:schemeClr val="bg1"/>
                </a:solidFill>
              </a:rPr>
            </a:br>
            <a:r>
              <a:rPr lang="en-US" sz="3600" baseline="0" dirty="0" smtClean="0">
                <a:solidFill>
                  <a:schemeClr val="bg1"/>
                </a:solidFill>
              </a:rPr>
              <a:t>    Berkeley CA 94710</a:t>
            </a:r>
            <a:br>
              <a:rPr lang="en-US" sz="3600" baseline="0" dirty="0" smtClean="0">
                <a:solidFill>
                  <a:schemeClr val="bg1"/>
                </a:solidFill>
              </a:rPr>
            </a:br>
            <a:r>
              <a:rPr lang="en-US" sz="3600" baseline="0" dirty="0" smtClean="0">
                <a:solidFill>
                  <a:schemeClr val="bg1"/>
                </a:solidFill>
              </a:rPr>
              <a:t>    </a:t>
            </a:r>
            <a:r>
              <a:rPr lang="en-US" sz="3600" b="1" baseline="0" dirty="0" smtClean="0">
                <a:solidFill>
                  <a:srgbClr val="FFFF00"/>
                </a:solidFill>
              </a:rPr>
              <a:t>posterpresenter@gmail.com</a:t>
            </a:r>
            <a:endParaRPr lang="en-US" sz="3900" b="1" dirty="0">
              <a:solidFill>
                <a:srgbClr val="FFFF00"/>
              </a:solidFill>
            </a:endParaRPr>
          </a:p>
        </p:txBody>
      </p:sp>
      <p:grpSp>
        <p:nvGrpSpPr>
          <p:cNvPr id="40" name="Group 39"/>
          <p:cNvGrpSpPr/>
          <p:nvPr/>
        </p:nvGrpSpPr>
        <p:grpSpPr>
          <a:xfrm>
            <a:off x="-16792428" y="33737870"/>
            <a:ext cx="15995559" cy="1883944"/>
            <a:chOff x="44242388" y="28054064"/>
            <a:chExt cx="9771398" cy="1090621"/>
          </a:xfrm>
        </p:grpSpPr>
        <p:sp>
          <p:nvSpPr>
            <p:cNvPr id="41" name="Rounded Rectangle 40"/>
            <p:cNvSpPr/>
            <p:nvPr userDrawn="1"/>
          </p:nvSpPr>
          <p:spPr>
            <a:xfrm>
              <a:off x="44242388" y="28054064"/>
              <a:ext cx="9771397" cy="1090621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42" name="Picture 7" descr="http://t2.gstatic.com/images?q=tbn:ANd9GcR4APHC6TT9w54M2zn_pvCiBxUNcspYPoVxirLRphBoJabfSvu7zw">
              <a:hlinkClick r:id="rId5"/>
            </p:cNvPr>
            <p:cNvPicPr>
              <a:picLocks noChangeAspect="1" noChangeArrowheads="1"/>
            </p:cNvPicPr>
            <p:nvPr userDrawn="1"/>
          </p:nvPicPr>
          <p:blipFill>
            <a:blip r:embed="rId6"/>
            <a:srcRect/>
            <a:stretch>
              <a:fillRect/>
            </a:stretch>
          </p:blipFill>
          <p:spPr bwMode="auto">
            <a:xfrm>
              <a:off x="44368327" y="28152425"/>
              <a:ext cx="914400" cy="914400"/>
            </a:xfrm>
            <a:prstGeom prst="rect">
              <a:avLst/>
            </a:prstGeom>
            <a:noFill/>
          </p:spPr>
        </p:pic>
        <p:sp>
          <p:nvSpPr>
            <p:cNvPr id="43" name="TextBox 42"/>
            <p:cNvSpPr txBox="1"/>
            <p:nvPr userDrawn="1"/>
          </p:nvSpPr>
          <p:spPr>
            <a:xfrm>
              <a:off x="45342598" y="28244014"/>
              <a:ext cx="8671188" cy="7483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900" dirty="0" smtClean="0">
                  <a:solidFill>
                    <a:schemeClr val="tx2"/>
                  </a:solidFill>
                  <a:latin typeface="Trebuchet MS" pitchFamily="34" charset="0"/>
                </a:rPr>
                <a:t>Student</a:t>
              </a:r>
              <a:r>
                <a:rPr lang="en-US" sz="3900" baseline="0" dirty="0" smtClean="0">
                  <a:solidFill>
                    <a:schemeClr val="tx2"/>
                  </a:solidFill>
                  <a:latin typeface="Trebuchet MS" pitchFamily="34" charset="0"/>
                </a:rPr>
                <a:t> discounts are available on our </a:t>
              </a:r>
              <a:r>
                <a:rPr lang="en-US" sz="3900" baseline="0" dirty="0" err="1" smtClean="0">
                  <a:solidFill>
                    <a:schemeClr val="tx2"/>
                  </a:solidFill>
                  <a:latin typeface="Trebuchet MS" pitchFamily="34" charset="0"/>
                </a:rPr>
                <a:t>Facebook</a:t>
              </a:r>
              <a:r>
                <a:rPr lang="en-US" sz="3900" baseline="0" dirty="0" smtClean="0">
                  <a:solidFill>
                    <a:schemeClr val="tx2"/>
                  </a:solidFill>
                  <a:latin typeface="Trebuchet MS" pitchFamily="34" charset="0"/>
                </a:rPr>
                <a:t> page.</a:t>
              </a:r>
              <a:br>
                <a:rPr lang="en-US" sz="3900" baseline="0" dirty="0" smtClean="0">
                  <a:solidFill>
                    <a:schemeClr val="tx2"/>
                  </a:solidFill>
                  <a:latin typeface="Trebuchet MS" pitchFamily="34" charset="0"/>
                </a:rPr>
              </a:br>
              <a:r>
                <a:rPr lang="en-US" sz="3900" baseline="0" dirty="0" smtClean="0">
                  <a:solidFill>
                    <a:schemeClr val="tx2"/>
                  </a:solidFill>
                  <a:latin typeface="Trebuchet MS" pitchFamily="34" charset="0"/>
                </a:rPr>
                <a:t>Go to </a:t>
              </a:r>
              <a:r>
                <a:rPr lang="en-US" sz="3900" u="sng" baseline="0" dirty="0" smtClean="0">
                  <a:solidFill>
                    <a:schemeClr val="tx2"/>
                  </a:solidFill>
                  <a:latin typeface="Trebuchet MS" pitchFamily="34" charset="0"/>
                </a:rPr>
                <a:t>PosterPresentations.com</a:t>
              </a:r>
              <a:r>
                <a:rPr lang="en-US" sz="3900" baseline="0" dirty="0" smtClean="0">
                  <a:solidFill>
                    <a:schemeClr val="tx2"/>
                  </a:solidFill>
                  <a:latin typeface="Trebuchet MS" pitchFamily="34" charset="0"/>
                </a:rPr>
                <a:t> and click on the FB icon. </a:t>
              </a:r>
              <a:endParaRPr lang="en-US" sz="3900" dirty="0">
                <a:solidFill>
                  <a:schemeClr val="tx2"/>
                </a:solidFill>
                <a:latin typeface="Trebuchet MS" pitchFamily="34" charset="0"/>
              </a:endParaRPr>
            </a:p>
          </p:txBody>
        </p:sp>
      </p:grpSp>
      <p:cxnSp>
        <p:nvCxnSpPr>
          <p:cNvPr id="44" name="Straight Connector 43"/>
          <p:cNvCxnSpPr/>
          <p:nvPr/>
        </p:nvCxnSpPr>
        <p:spPr>
          <a:xfrm>
            <a:off x="36271165" y="32651988"/>
            <a:ext cx="17119549" cy="3606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/>
          <p:cNvCxnSpPr/>
          <p:nvPr/>
        </p:nvCxnSpPr>
        <p:spPr>
          <a:xfrm>
            <a:off x="-17377841" y="10980643"/>
            <a:ext cx="17073565" cy="3652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/>
          <p:cNvCxnSpPr/>
          <p:nvPr/>
        </p:nvCxnSpPr>
        <p:spPr>
          <a:xfrm>
            <a:off x="36281706" y="4920083"/>
            <a:ext cx="17109008" cy="1758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Rectangle 47"/>
          <p:cNvSpPr/>
          <p:nvPr/>
        </p:nvSpPr>
        <p:spPr>
          <a:xfrm>
            <a:off x="-12930895" y="21509218"/>
            <a:ext cx="8243430" cy="849994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996" tIns="37497" rIns="74996" bIns="37497" rtlCol="0" anchor="ctr"/>
          <a:lstStyle/>
          <a:p>
            <a:pPr algn="ctr"/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</p:sldLayoutIdLst>
  <p:txStyles>
    <p:titleStyle>
      <a:lvl1pPr algn="ctr" defTabSz="3599776" rtl="0" eaLnBrk="1" latinLnBrk="0" hangingPunct="1">
        <a:spcBef>
          <a:spcPct val="0"/>
        </a:spcBef>
        <a:buNone/>
        <a:defRPr sz="7200" kern="1200">
          <a:solidFill>
            <a:schemeClr val="bg1"/>
          </a:solidFill>
          <a:latin typeface="Trebuchet MS" pitchFamily="34" charset="0"/>
          <a:ea typeface="+mj-ea"/>
          <a:cs typeface="+mj-cs"/>
        </a:defRPr>
      </a:lvl1pPr>
    </p:titleStyle>
    <p:bodyStyle>
      <a:lvl1pPr marL="1349916" indent="-1349916" algn="l" defTabSz="3599776" rtl="0" eaLnBrk="1" latinLnBrk="0" hangingPunct="1">
        <a:spcBef>
          <a:spcPct val="20000"/>
        </a:spcBef>
        <a:buFont typeface="Arial" pitchFamily="34" charset="0"/>
        <a:buChar char="•"/>
        <a:defRPr sz="12600" kern="1200">
          <a:solidFill>
            <a:schemeClr val="tx1"/>
          </a:solidFill>
          <a:latin typeface="+mn-lt"/>
          <a:ea typeface="+mn-ea"/>
          <a:cs typeface="+mn-cs"/>
        </a:defRPr>
      </a:lvl1pPr>
      <a:lvl2pPr marL="2924818" indent="-1124930" algn="l" defTabSz="3599776" rtl="0" eaLnBrk="1" latinLnBrk="0" hangingPunct="1">
        <a:spcBef>
          <a:spcPct val="20000"/>
        </a:spcBef>
        <a:buFont typeface="Arial" pitchFamily="34" charset="0"/>
        <a:buChar char="–"/>
        <a:defRPr sz="11100" kern="1200">
          <a:solidFill>
            <a:schemeClr val="tx1"/>
          </a:solidFill>
          <a:latin typeface="+mn-lt"/>
          <a:ea typeface="+mn-ea"/>
          <a:cs typeface="+mn-cs"/>
        </a:defRPr>
      </a:lvl2pPr>
      <a:lvl3pPr marL="4499721" indent="-899945" algn="l" defTabSz="3599776" rtl="0" eaLnBrk="1" latinLnBrk="0" hangingPunct="1">
        <a:spcBef>
          <a:spcPct val="20000"/>
        </a:spcBef>
        <a:buFont typeface="Arial" pitchFamily="34" charset="0"/>
        <a:buChar char="•"/>
        <a:defRPr sz="9500" kern="1200">
          <a:solidFill>
            <a:schemeClr val="tx1"/>
          </a:solidFill>
          <a:latin typeface="+mn-lt"/>
          <a:ea typeface="+mn-ea"/>
          <a:cs typeface="+mn-cs"/>
        </a:defRPr>
      </a:lvl3pPr>
      <a:lvl4pPr marL="6299609" indent="-899945" algn="l" defTabSz="3599776" rtl="0" eaLnBrk="1" latinLnBrk="0" hangingPunct="1">
        <a:spcBef>
          <a:spcPct val="20000"/>
        </a:spcBef>
        <a:buFont typeface="Arial" pitchFamily="34" charset="0"/>
        <a:buChar char="–"/>
        <a:defRPr sz="7900" kern="1200">
          <a:solidFill>
            <a:schemeClr val="tx1"/>
          </a:solidFill>
          <a:latin typeface="+mn-lt"/>
          <a:ea typeface="+mn-ea"/>
          <a:cs typeface="+mn-cs"/>
        </a:defRPr>
      </a:lvl4pPr>
      <a:lvl5pPr marL="8099496" indent="-899945" algn="l" defTabSz="3599776" rtl="0" eaLnBrk="1" latinLnBrk="0" hangingPunct="1">
        <a:spcBef>
          <a:spcPct val="20000"/>
        </a:spcBef>
        <a:buFont typeface="Arial" pitchFamily="34" charset="0"/>
        <a:buChar char="»"/>
        <a:defRPr sz="7900" kern="1200">
          <a:solidFill>
            <a:schemeClr val="tx1"/>
          </a:solidFill>
          <a:latin typeface="+mn-lt"/>
          <a:ea typeface="+mn-ea"/>
          <a:cs typeface="+mn-cs"/>
        </a:defRPr>
      </a:lvl5pPr>
      <a:lvl6pPr marL="9899385" indent="-899945" algn="l" defTabSz="3599776" rtl="0" eaLnBrk="1" latinLnBrk="0" hangingPunct="1">
        <a:spcBef>
          <a:spcPct val="20000"/>
        </a:spcBef>
        <a:buFont typeface="Arial" pitchFamily="34" charset="0"/>
        <a:buChar char="•"/>
        <a:defRPr sz="7900" kern="1200">
          <a:solidFill>
            <a:schemeClr val="tx1"/>
          </a:solidFill>
          <a:latin typeface="+mn-lt"/>
          <a:ea typeface="+mn-ea"/>
          <a:cs typeface="+mn-cs"/>
        </a:defRPr>
      </a:lvl6pPr>
      <a:lvl7pPr marL="11699272" indent="-899945" algn="l" defTabSz="3599776" rtl="0" eaLnBrk="1" latinLnBrk="0" hangingPunct="1">
        <a:spcBef>
          <a:spcPct val="20000"/>
        </a:spcBef>
        <a:buFont typeface="Arial" pitchFamily="34" charset="0"/>
        <a:buChar char="•"/>
        <a:defRPr sz="7900" kern="1200">
          <a:solidFill>
            <a:schemeClr val="tx1"/>
          </a:solidFill>
          <a:latin typeface="+mn-lt"/>
          <a:ea typeface="+mn-ea"/>
          <a:cs typeface="+mn-cs"/>
        </a:defRPr>
      </a:lvl7pPr>
      <a:lvl8pPr marL="13499161" indent="-899945" algn="l" defTabSz="3599776" rtl="0" eaLnBrk="1" latinLnBrk="0" hangingPunct="1">
        <a:spcBef>
          <a:spcPct val="20000"/>
        </a:spcBef>
        <a:buFont typeface="Arial" pitchFamily="34" charset="0"/>
        <a:buChar char="•"/>
        <a:defRPr sz="7900" kern="1200">
          <a:solidFill>
            <a:schemeClr val="tx1"/>
          </a:solidFill>
          <a:latin typeface="+mn-lt"/>
          <a:ea typeface="+mn-ea"/>
          <a:cs typeface="+mn-cs"/>
        </a:defRPr>
      </a:lvl8pPr>
      <a:lvl9pPr marL="15299049" indent="-899945" algn="l" defTabSz="3599776" rtl="0" eaLnBrk="1" latinLnBrk="0" hangingPunct="1">
        <a:spcBef>
          <a:spcPct val="20000"/>
        </a:spcBef>
        <a:buFont typeface="Arial" pitchFamily="34" charset="0"/>
        <a:buChar char="•"/>
        <a:defRPr sz="7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599776" rtl="0" eaLnBrk="1" latinLnBrk="0" hangingPunct="1">
        <a:defRPr sz="7100" kern="1200">
          <a:solidFill>
            <a:schemeClr val="tx1"/>
          </a:solidFill>
          <a:latin typeface="+mn-lt"/>
          <a:ea typeface="+mn-ea"/>
          <a:cs typeface="+mn-cs"/>
        </a:defRPr>
      </a:lvl1pPr>
      <a:lvl2pPr marL="1799889" algn="l" defTabSz="3599776" rtl="0" eaLnBrk="1" latinLnBrk="0" hangingPunct="1">
        <a:defRPr sz="7100" kern="1200">
          <a:solidFill>
            <a:schemeClr val="tx1"/>
          </a:solidFill>
          <a:latin typeface="+mn-lt"/>
          <a:ea typeface="+mn-ea"/>
          <a:cs typeface="+mn-cs"/>
        </a:defRPr>
      </a:lvl2pPr>
      <a:lvl3pPr marL="3599776" algn="l" defTabSz="3599776" rtl="0" eaLnBrk="1" latinLnBrk="0" hangingPunct="1">
        <a:defRPr sz="7100" kern="1200">
          <a:solidFill>
            <a:schemeClr val="tx1"/>
          </a:solidFill>
          <a:latin typeface="+mn-lt"/>
          <a:ea typeface="+mn-ea"/>
          <a:cs typeface="+mn-cs"/>
        </a:defRPr>
      </a:lvl3pPr>
      <a:lvl4pPr marL="5399664" algn="l" defTabSz="3599776" rtl="0" eaLnBrk="1" latinLnBrk="0" hangingPunct="1">
        <a:defRPr sz="7100" kern="1200">
          <a:solidFill>
            <a:schemeClr val="tx1"/>
          </a:solidFill>
          <a:latin typeface="+mn-lt"/>
          <a:ea typeface="+mn-ea"/>
          <a:cs typeface="+mn-cs"/>
        </a:defRPr>
      </a:lvl4pPr>
      <a:lvl5pPr marL="7199552" algn="l" defTabSz="3599776" rtl="0" eaLnBrk="1" latinLnBrk="0" hangingPunct="1">
        <a:defRPr sz="7100" kern="1200">
          <a:solidFill>
            <a:schemeClr val="tx1"/>
          </a:solidFill>
          <a:latin typeface="+mn-lt"/>
          <a:ea typeface="+mn-ea"/>
          <a:cs typeface="+mn-cs"/>
        </a:defRPr>
      </a:lvl5pPr>
      <a:lvl6pPr marL="8999441" algn="l" defTabSz="3599776" rtl="0" eaLnBrk="1" latinLnBrk="0" hangingPunct="1">
        <a:defRPr sz="7100" kern="1200">
          <a:solidFill>
            <a:schemeClr val="tx1"/>
          </a:solidFill>
          <a:latin typeface="+mn-lt"/>
          <a:ea typeface="+mn-ea"/>
          <a:cs typeface="+mn-cs"/>
        </a:defRPr>
      </a:lvl6pPr>
      <a:lvl7pPr marL="10799330" algn="l" defTabSz="3599776" rtl="0" eaLnBrk="1" latinLnBrk="0" hangingPunct="1">
        <a:defRPr sz="7100" kern="1200">
          <a:solidFill>
            <a:schemeClr val="tx1"/>
          </a:solidFill>
          <a:latin typeface="+mn-lt"/>
          <a:ea typeface="+mn-ea"/>
          <a:cs typeface="+mn-cs"/>
        </a:defRPr>
      </a:lvl7pPr>
      <a:lvl8pPr marL="12599217" algn="l" defTabSz="3599776" rtl="0" eaLnBrk="1" latinLnBrk="0" hangingPunct="1">
        <a:defRPr sz="7100" kern="1200">
          <a:solidFill>
            <a:schemeClr val="tx1"/>
          </a:solidFill>
          <a:latin typeface="+mn-lt"/>
          <a:ea typeface="+mn-ea"/>
          <a:cs typeface="+mn-cs"/>
        </a:defRPr>
      </a:lvl8pPr>
      <a:lvl9pPr marL="14399106" algn="l" defTabSz="3599776" rtl="0" eaLnBrk="1" latinLnBrk="0" hangingPunct="1">
        <a:defRPr sz="7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5" Type="http://schemas.openxmlformats.org/officeDocument/2006/relationships/image" Target="../media/image1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Relationship Id="rId1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Text Placeholder 274"/>
          <p:cNvSpPr>
            <a:spLocks noGrp="1"/>
          </p:cNvSpPr>
          <p:nvPr>
            <p:ph type="body" sz="quarter" idx="10"/>
          </p:nvPr>
        </p:nvSpPr>
        <p:spPr>
          <a:xfrm>
            <a:off x="741617" y="6378952"/>
            <a:ext cx="11147620" cy="4681356"/>
          </a:xfrm>
        </p:spPr>
        <p:txBody>
          <a:bodyPr/>
          <a:lstStyle/>
          <a:p>
            <a:pPr defTabSz="4389438">
              <a:lnSpc>
                <a:spcPct val="80000"/>
              </a:lnSpc>
              <a:buClr>
                <a:schemeClr val="tx2"/>
              </a:buClr>
              <a:buSzPct val="115000"/>
              <a:tabLst>
                <a:tab pos="923925" algn="l"/>
              </a:tabLst>
            </a:pPr>
            <a:r>
              <a:rPr lang="en-US" dirty="0" smtClean="0">
                <a:ea typeface="ＭＳ Ｐゴシック" charset="-128"/>
                <a:cs typeface="ＭＳ Ｐゴシック" charset="-128"/>
              </a:rPr>
              <a:t>		</a:t>
            </a:r>
            <a:r>
              <a:rPr lang="en-US" sz="2400" dirty="0" smtClean="0">
                <a:latin typeface="Arial"/>
                <a:ea typeface="ＭＳ Ｐゴシック" charset="-128"/>
                <a:cs typeface="Arial"/>
              </a:rPr>
              <a:t>Aromatic amino acids are a family of closely related proteins involved in metabolizing amino acids that  have an aromatic ring [1]. Tyrosine, phenylalanine, tryptophan hydroxylase and tyrosine </a:t>
            </a:r>
            <a:r>
              <a:rPr lang="en-US" sz="2400" dirty="0" err="1" smtClean="0">
                <a:latin typeface="Arial"/>
                <a:ea typeface="ＭＳ Ｐゴシック" charset="-128"/>
                <a:cs typeface="Arial"/>
              </a:rPr>
              <a:t>monooxygenases</a:t>
            </a:r>
            <a:r>
              <a:rPr lang="en-US" sz="2400" dirty="0" smtClean="0">
                <a:latin typeface="Arial"/>
                <a:ea typeface="ＭＳ Ｐゴシック" charset="-128"/>
                <a:cs typeface="Arial"/>
              </a:rPr>
              <a:t> were examined for conservation. 			Tryptophan hydroxylase catalyzes the first step in the synthesis of serotonin, the 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hydroxylation of </a:t>
            </a:r>
            <a:r>
              <a:rPr lang="en-US" sz="2400" dirty="0">
                <a:latin typeface="Arial" pitchFamily="34" charset="0"/>
                <a:cs typeface="Arial" pitchFamily="34" charset="0"/>
              </a:rPr>
              <a:t>tryptophan to 5-hydroxytryptophan (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5-HTP) [2]. Phenylalanine hydroxylase helps convert excess phenylalanine in the diet to tyrosine [3]. Tyrosine hydroxylase converts tyrosine to L-DOPA , a precursor for </a:t>
            </a:r>
            <a:r>
              <a:rPr lang="en-US" sz="2400" dirty="0" err="1" smtClean="0">
                <a:latin typeface="Arial" pitchFamily="34" charset="0"/>
                <a:cs typeface="Arial" pitchFamily="34" charset="0"/>
              </a:rPr>
              <a:t>catecholamines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 [2].   </a:t>
            </a:r>
            <a:endParaRPr lang="en-US" sz="2400" dirty="0">
              <a:latin typeface="Arial"/>
              <a:ea typeface="ＭＳ Ｐゴシック" charset="-128"/>
              <a:cs typeface="Arial"/>
            </a:endParaRPr>
          </a:p>
          <a:p>
            <a:pPr defTabSz="4389438">
              <a:lnSpc>
                <a:spcPct val="80000"/>
              </a:lnSpc>
              <a:buClr>
                <a:schemeClr val="tx2"/>
              </a:buClr>
              <a:buSzPct val="115000"/>
              <a:tabLst>
                <a:tab pos="923925" algn="l"/>
              </a:tabLst>
            </a:pPr>
            <a:r>
              <a:rPr lang="en-US" sz="2400" dirty="0" smtClean="0">
                <a:latin typeface="Arial"/>
                <a:ea typeface="ＭＳ Ｐゴシック" charset="-128"/>
                <a:cs typeface="Arial"/>
              </a:rPr>
              <a:t>		The goal of this undergraduate research project was to compare the amino acid sequences of three aromatic amino acid hydroxylases from a variety of organisms and look for structural, functional and phylogenetic relationships. </a:t>
            </a:r>
            <a:endParaRPr lang="en-US" dirty="0" smtClean="0"/>
          </a:p>
          <a:p>
            <a:endParaRPr lang="en-US" dirty="0"/>
          </a:p>
        </p:txBody>
      </p:sp>
      <p:sp>
        <p:nvSpPr>
          <p:cNvPr id="276" name="Text Placeholder 275"/>
          <p:cNvSpPr>
            <a:spLocks noGrp="1"/>
          </p:cNvSpPr>
          <p:nvPr>
            <p:ph type="body" sz="quarter" idx="11"/>
          </p:nvPr>
        </p:nvSpPr>
        <p:spPr>
          <a:xfrm>
            <a:off x="741616" y="5758641"/>
            <a:ext cx="11132732" cy="618471"/>
          </a:xfrm>
        </p:spPr>
        <p:txBody>
          <a:bodyPr/>
          <a:lstStyle/>
          <a:p>
            <a:r>
              <a:rPr lang="en-US" dirty="0" smtClean="0"/>
              <a:t>INTRODUCTION</a:t>
            </a:r>
            <a:endParaRPr lang="en-US" dirty="0"/>
          </a:p>
        </p:txBody>
      </p:sp>
      <p:sp>
        <p:nvSpPr>
          <p:cNvPr id="279" name="Text Placeholder 278"/>
          <p:cNvSpPr>
            <a:spLocks noGrp="1"/>
          </p:cNvSpPr>
          <p:nvPr>
            <p:ph type="body" sz="quarter" idx="19"/>
          </p:nvPr>
        </p:nvSpPr>
        <p:spPr>
          <a:xfrm>
            <a:off x="741617" y="31980875"/>
            <a:ext cx="11148921" cy="3087074"/>
          </a:xfrm>
        </p:spPr>
        <p:txBody>
          <a:bodyPr/>
          <a:lstStyle/>
          <a:p>
            <a:pPr marL="280988" indent="-1588"/>
            <a:r>
              <a:rPr lang="en-US" sz="2200" dirty="0" smtClean="0">
                <a:solidFill>
                  <a:schemeClr val="bg2">
                    <a:lumMod val="25000"/>
                  </a:schemeClr>
                </a:solidFill>
                <a:latin typeface="Arial"/>
                <a:cs typeface="Arial"/>
              </a:rPr>
              <a:t>Figure 1</a:t>
            </a:r>
            <a:r>
              <a:rPr lang="en-US" sz="2200" dirty="0" smtClean="0">
                <a:latin typeface="Arial"/>
                <a:cs typeface="Arial"/>
              </a:rPr>
              <a:t>: Alignment of 108 sequences of </a:t>
            </a:r>
            <a:r>
              <a:rPr lang="en-US" sz="2200" dirty="0">
                <a:latin typeface="Arial"/>
                <a:cs typeface="Arial"/>
              </a:rPr>
              <a:t>H</a:t>
            </a:r>
            <a:r>
              <a:rPr lang="en-US" sz="2200" dirty="0" smtClean="0">
                <a:latin typeface="Arial"/>
                <a:cs typeface="Arial"/>
              </a:rPr>
              <a:t>ydroxylases from a variety of organisms generated by the T-Coffee program with subsequent manual adjustment.  Red-shaded residues indicate 100% conservation across species, green 80-99%, and blue 60-79%.  These residue colors are continued in </a:t>
            </a:r>
            <a:r>
              <a:rPr lang="en-US" sz="2200" smtClean="0">
                <a:latin typeface="Arial"/>
                <a:cs typeface="Arial"/>
              </a:rPr>
              <a:t>Figures 2,6</a:t>
            </a:r>
            <a:r>
              <a:rPr lang="en-US" sz="2200" dirty="0" smtClean="0">
                <a:latin typeface="Arial"/>
                <a:cs typeface="Arial"/>
              </a:rPr>
              <a:t>. </a:t>
            </a:r>
            <a:r>
              <a:rPr lang="en-US" sz="2200" dirty="0">
                <a:latin typeface="Arial"/>
                <a:cs typeface="Arial"/>
              </a:rPr>
              <a:t>S</a:t>
            </a:r>
            <a:r>
              <a:rPr lang="en-US" sz="2200" dirty="0" smtClean="0">
                <a:latin typeface="Arial"/>
                <a:cs typeface="Arial"/>
              </a:rPr>
              <a:t>equence names are grouped and color coded: Tryptophan Hydroxylases (blue), Tyrosine Hydroxylases (pink), Tyrosine </a:t>
            </a:r>
            <a:r>
              <a:rPr lang="en-US" sz="2200" dirty="0" err="1" smtClean="0">
                <a:latin typeface="Arial"/>
                <a:cs typeface="Arial"/>
              </a:rPr>
              <a:t>Monoxygenases</a:t>
            </a:r>
            <a:r>
              <a:rPr lang="en-US" sz="2200" dirty="0" smtClean="0">
                <a:latin typeface="Arial"/>
                <a:cs typeface="Arial"/>
              </a:rPr>
              <a:t> (purple), Phenylalanine Hydroxylase (olive green).  The eleven invariant residues are S-349, P-281, G-289, G-344, H-285, H-290, E-330, P-225, R-270, D-282, and E-353. </a:t>
            </a:r>
          </a:p>
        </p:txBody>
      </p:sp>
      <p:sp>
        <p:nvSpPr>
          <p:cNvPr id="283" name="Text Placeholder 282"/>
          <p:cNvSpPr>
            <a:spLocks noGrp="1"/>
          </p:cNvSpPr>
          <p:nvPr>
            <p:ph type="body" sz="quarter" idx="23"/>
          </p:nvPr>
        </p:nvSpPr>
        <p:spPr>
          <a:xfrm>
            <a:off x="12449135" y="12338487"/>
            <a:ext cx="11131427" cy="1732857"/>
          </a:xfrm>
        </p:spPr>
        <p:txBody>
          <a:bodyPr/>
          <a:lstStyle/>
          <a:p>
            <a:pPr marL="280988" indent="7938"/>
            <a:r>
              <a:rPr lang="en-US" sz="2200" dirty="0" smtClean="0">
                <a:solidFill>
                  <a:srgbClr val="003F75"/>
                </a:solidFill>
                <a:latin typeface="Arial"/>
                <a:cs typeface="Arial"/>
              </a:rPr>
              <a:t>Figure 2</a:t>
            </a:r>
            <a:r>
              <a:rPr lang="en-US" sz="2200" dirty="0" smtClean="0">
                <a:latin typeface="Arial"/>
                <a:cs typeface="Arial"/>
              </a:rPr>
              <a:t>: Human Phenylalanine </a:t>
            </a:r>
            <a:r>
              <a:rPr lang="en-US" sz="2200" dirty="0" err="1" smtClean="0">
                <a:latin typeface="Arial"/>
                <a:cs typeface="Arial"/>
              </a:rPr>
              <a:t>hydroxlase</a:t>
            </a:r>
            <a:r>
              <a:rPr lang="en-US" sz="2200" dirty="0" smtClean="0">
                <a:latin typeface="Arial"/>
                <a:cs typeface="Arial"/>
              </a:rPr>
              <a:t> (1mmk) [1] is shown above. His 290, His 285, </a:t>
            </a:r>
            <a:r>
              <a:rPr lang="en-US" sz="2200" dirty="0" err="1" smtClean="0">
                <a:latin typeface="Arial"/>
                <a:cs typeface="Arial"/>
              </a:rPr>
              <a:t>Glu</a:t>
            </a:r>
            <a:r>
              <a:rPr lang="en-US" sz="2200" dirty="0" smtClean="0">
                <a:latin typeface="Arial"/>
                <a:cs typeface="Arial"/>
              </a:rPr>
              <a:t> 330  are 100% conserved and help bind iron (yellow). THBP, </a:t>
            </a:r>
            <a:r>
              <a:rPr lang="en-US" sz="2200" dirty="0" err="1" smtClean="0">
                <a:latin typeface="Arial"/>
                <a:cs typeface="Arial"/>
              </a:rPr>
              <a:t>tetrahydrobiopterin</a:t>
            </a:r>
            <a:r>
              <a:rPr lang="en-US" sz="2200" dirty="0" smtClean="0">
                <a:latin typeface="Arial"/>
                <a:cs typeface="Arial"/>
              </a:rPr>
              <a:t>  (golden) is bound as a co factor. TEA, </a:t>
            </a:r>
            <a:r>
              <a:rPr lang="en-US" sz="2200" dirty="0" err="1" smtClean="0">
                <a:latin typeface="Arial"/>
                <a:cs typeface="Arial"/>
              </a:rPr>
              <a:t>thienylalanine</a:t>
            </a:r>
            <a:r>
              <a:rPr lang="en-US" sz="2200" dirty="0" smtClean="0">
                <a:latin typeface="Arial"/>
                <a:cs typeface="Arial"/>
              </a:rPr>
              <a:t> (purple) binds close to the active site due to its similarities  in structure t o phenylalanine.  </a:t>
            </a:r>
            <a:endParaRPr lang="en-US" sz="2200" dirty="0">
              <a:latin typeface="Arial"/>
              <a:cs typeface="Arial"/>
            </a:endParaRPr>
          </a:p>
        </p:txBody>
      </p:sp>
      <p:sp>
        <p:nvSpPr>
          <p:cNvPr id="284" name="Text Placeholder 283"/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r>
              <a:rPr lang="en-US" dirty="0" smtClean="0"/>
              <a:t>FIGURE 2</a:t>
            </a:r>
            <a:endParaRPr lang="en-US" dirty="0"/>
          </a:p>
        </p:txBody>
      </p:sp>
      <p:sp>
        <p:nvSpPr>
          <p:cNvPr id="287" name="Text Placeholder 286"/>
          <p:cNvSpPr>
            <a:spLocks noGrp="1"/>
          </p:cNvSpPr>
          <p:nvPr>
            <p:ph type="body" sz="quarter" idx="27"/>
          </p:nvPr>
        </p:nvSpPr>
        <p:spPr>
          <a:xfrm>
            <a:off x="24106378" y="23857659"/>
            <a:ext cx="11135113" cy="618471"/>
          </a:xfrm>
        </p:spPr>
        <p:txBody>
          <a:bodyPr/>
          <a:lstStyle/>
          <a:p>
            <a:r>
              <a:rPr lang="en-US" dirty="0" smtClean="0"/>
              <a:t>CONCLUSIONS</a:t>
            </a:r>
            <a:endParaRPr lang="en-US" dirty="0"/>
          </a:p>
        </p:txBody>
      </p:sp>
      <p:sp>
        <p:nvSpPr>
          <p:cNvPr id="288" name="Text Placeholder 287"/>
          <p:cNvSpPr>
            <a:spLocks noGrp="1"/>
          </p:cNvSpPr>
          <p:nvPr>
            <p:ph type="body" sz="quarter" idx="28"/>
          </p:nvPr>
        </p:nvSpPr>
        <p:spPr>
          <a:xfrm>
            <a:off x="24078640" y="24905367"/>
            <a:ext cx="11139241" cy="3357917"/>
          </a:xfrm>
        </p:spPr>
        <p:txBody>
          <a:bodyPr/>
          <a:lstStyle/>
          <a:p>
            <a:pPr defTabSz="4389438">
              <a:buClr>
                <a:schemeClr val="tx2"/>
              </a:buClr>
              <a:buSzPct val="115000"/>
              <a:buFont typeface="Wingdings" charset="2"/>
              <a:buChar char="§"/>
            </a:pPr>
            <a:r>
              <a:rPr lang="en-US" sz="2200" dirty="0" smtClean="0">
                <a:latin typeface="Arial" charset="0"/>
                <a:ea typeface="ＭＳ Ｐゴシック" charset="-128"/>
                <a:cs typeface="ＭＳ Ｐゴシック" charset="-128"/>
              </a:rPr>
              <a:t>Hydroxylases are conserved across species. 94 residues have above 60% conservation.  </a:t>
            </a:r>
          </a:p>
          <a:p>
            <a:pPr defTabSz="4389438">
              <a:buClr>
                <a:schemeClr val="tx2"/>
              </a:buClr>
              <a:buSzPct val="115000"/>
              <a:buFont typeface="Wingdings" charset="2"/>
              <a:buChar char="§"/>
            </a:pPr>
            <a:r>
              <a:rPr lang="en-US" sz="2200" dirty="0">
                <a:latin typeface="Arial"/>
                <a:cs typeface="Arial"/>
              </a:rPr>
              <a:t>Most of the invariantly conserved residues are found on </a:t>
            </a:r>
            <a:r>
              <a:rPr lang="en-US" sz="2200" dirty="0" smtClean="0">
                <a:latin typeface="Arial"/>
                <a:cs typeface="Arial"/>
              </a:rPr>
              <a:t>the interior cleft which surround the iron, and THBP molecules. </a:t>
            </a:r>
          </a:p>
          <a:p>
            <a:pPr defTabSz="4389438">
              <a:buClr>
                <a:schemeClr val="tx2"/>
              </a:buClr>
              <a:buSzPct val="115000"/>
              <a:buFont typeface="Wingdings" charset="2"/>
              <a:buChar char="§"/>
            </a:pPr>
            <a:r>
              <a:rPr lang="en-US" sz="2200" dirty="0" smtClean="0">
                <a:latin typeface="Arial"/>
                <a:cs typeface="Arial"/>
              </a:rPr>
              <a:t>H-290, H-285 and E-330 were found to participate in iron binding. </a:t>
            </a:r>
          </a:p>
          <a:p>
            <a:pPr defTabSz="4389438">
              <a:buClr>
                <a:schemeClr val="tx2"/>
              </a:buClr>
              <a:buSzPct val="115000"/>
              <a:buFont typeface="Wingdings" charset="2"/>
              <a:buChar char="§"/>
            </a:pPr>
            <a:r>
              <a:rPr lang="en-US" sz="2200" dirty="0" smtClean="0">
                <a:latin typeface="Arial"/>
                <a:cs typeface="Arial"/>
              </a:rPr>
              <a:t>R-270 and D-282 form a salt bridge and may interact with the TEA inhibitor. </a:t>
            </a:r>
            <a:endParaRPr lang="en-US" dirty="0"/>
          </a:p>
          <a:p>
            <a:pPr defTabSz="4389438">
              <a:buClr>
                <a:schemeClr val="tx2"/>
              </a:buClr>
              <a:buSzPct val="115000"/>
              <a:buFont typeface="Wingdings" charset="2"/>
              <a:buChar char="§"/>
            </a:pPr>
            <a:r>
              <a:rPr lang="en-US" sz="2200" dirty="0" smtClean="0">
                <a:latin typeface="Arial" charset="0"/>
                <a:ea typeface="ＭＳ Ｐゴシック" charset="-128"/>
                <a:cs typeface="ＭＳ Ｐゴシック" charset="-128"/>
              </a:rPr>
              <a:t>Conserved residues have various critical roles to the structure and function of the protein. </a:t>
            </a:r>
          </a:p>
        </p:txBody>
      </p:sp>
      <p:sp>
        <p:nvSpPr>
          <p:cNvPr id="289" name="Text Placeholder 288"/>
          <p:cNvSpPr>
            <a:spLocks noGrp="1"/>
          </p:cNvSpPr>
          <p:nvPr>
            <p:ph type="body" sz="quarter" idx="29"/>
          </p:nvPr>
        </p:nvSpPr>
        <p:spPr>
          <a:xfrm>
            <a:off x="24082768" y="28799736"/>
            <a:ext cx="11135113" cy="618471"/>
          </a:xfrm>
        </p:spPr>
        <p:txBody>
          <a:bodyPr/>
          <a:lstStyle/>
          <a:p>
            <a:r>
              <a:rPr lang="en-US" dirty="0" smtClean="0"/>
              <a:t>LITERATURE CITED</a:t>
            </a:r>
            <a:endParaRPr lang="en-US" dirty="0"/>
          </a:p>
        </p:txBody>
      </p:sp>
      <p:sp>
        <p:nvSpPr>
          <p:cNvPr id="290" name="Text Placeholder 289"/>
          <p:cNvSpPr>
            <a:spLocks noGrp="1"/>
          </p:cNvSpPr>
          <p:nvPr>
            <p:ph type="body" sz="quarter" idx="30"/>
          </p:nvPr>
        </p:nvSpPr>
        <p:spPr>
          <a:xfrm>
            <a:off x="24114634" y="30089598"/>
            <a:ext cx="11139241" cy="4348958"/>
          </a:xfrm>
        </p:spPr>
        <p:txBody>
          <a:bodyPr/>
          <a:lstStyle/>
          <a:p>
            <a:pPr marL="514350" indent="-514350" defTabSz="4389438">
              <a:lnSpc>
                <a:spcPct val="80000"/>
              </a:lnSpc>
              <a:buClr>
                <a:schemeClr val="tx2"/>
              </a:buClr>
              <a:buSzPct val="115000"/>
            </a:pPr>
            <a:r>
              <a:rPr lang="en-US" sz="2200" dirty="0" smtClean="0">
                <a:latin typeface="Arial" charset="0"/>
                <a:ea typeface="ＭＳ Ｐゴシック" charset="-128"/>
                <a:cs typeface="ＭＳ Ｐゴシック" charset="-128"/>
              </a:rPr>
              <a:t>1. </a:t>
            </a:r>
            <a:r>
              <a:rPr lang="en-US" sz="2400" dirty="0" err="1">
                <a:latin typeface="Thorndale" pitchFamily="18"/>
              </a:rPr>
              <a:t>Erlandsen</a:t>
            </a:r>
            <a:r>
              <a:rPr lang="en-US" sz="2400" dirty="0">
                <a:latin typeface="Thorndale" pitchFamily="18"/>
              </a:rPr>
              <a:t> et al. Crystal Structure of the Catalytic domain of Human Phenylalanine hydroxylase reveals the structural basis for </a:t>
            </a:r>
            <a:r>
              <a:rPr lang="en-US" sz="2400" dirty="0" err="1">
                <a:latin typeface="Thorndale" pitchFamily="18"/>
              </a:rPr>
              <a:t>Phenketonuria</a:t>
            </a:r>
            <a:r>
              <a:rPr lang="en-US" sz="2400" dirty="0">
                <a:latin typeface="Thorndale" pitchFamily="18"/>
              </a:rPr>
              <a:t>. Nature Structural Biology </a:t>
            </a:r>
            <a:r>
              <a:rPr lang="en-US" sz="2400" dirty="0" err="1">
                <a:latin typeface="Thorndale" pitchFamily="18"/>
              </a:rPr>
              <a:t>vol</a:t>
            </a:r>
            <a:r>
              <a:rPr lang="en-US" sz="2400" dirty="0">
                <a:latin typeface="Thorndale" pitchFamily="18"/>
              </a:rPr>
              <a:t> 4, No 12:995-1000 (1997)</a:t>
            </a:r>
          </a:p>
          <a:p>
            <a:pPr marL="514350" lvl="0" indent="-514350" defTabSz="4389438">
              <a:lnSpc>
                <a:spcPct val="80000"/>
              </a:lnSpc>
              <a:buClr>
                <a:schemeClr val="tx2"/>
              </a:buClr>
              <a:buSzPct val="115000"/>
            </a:pPr>
            <a:endParaRPr lang="en-US" sz="2200" i="1" dirty="0" smtClean="0">
              <a:latin typeface="Arial" charset="0"/>
              <a:ea typeface="ＭＳ Ｐゴシック" charset="-128"/>
              <a:cs typeface="ＭＳ Ｐゴシック" charset="-128"/>
            </a:endParaRPr>
          </a:p>
          <a:p>
            <a:pPr marL="514350" indent="-514350" defTabSz="4389438">
              <a:lnSpc>
                <a:spcPct val="80000"/>
              </a:lnSpc>
              <a:buClr>
                <a:schemeClr val="tx2"/>
              </a:buClr>
              <a:buSzPct val="115000"/>
            </a:pPr>
            <a:r>
              <a:rPr lang="en-US" sz="2200" dirty="0" smtClean="0">
                <a:latin typeface="Arial" charset="0"/>
                <a:ea typeface="ＭＳ Ｐゴシック" charset="-128"/>
                <a:cs typeface="ＭＳ Ｐゴシック" charset="-128"/>
              </a:rPr>
              <a:t>2. </a:t>
            </a:r>
            <a:r>
              <a:rPr lang="en-US" sz="2000" dirty="0" smtClean="0">
                <a:latin typeface="Arial" charset="0"/>
                <a:ea typeface="ＭＳ Ｐゴシック" charset="-128"/>
                <a:cs typeface="ＭＳ Ｐゴシック" charset="-128"/>
              </a:rPr>
              <a:t>.</a:t>
            </a:r>
            <a:r>
              <a:rPr lang="en-US" sz="2400" dirty="0" smtClean="0">
                <a:latin typeface="Thorndale" pitchFamily="18"/>
              </a:rPr>
              <a:t>Fitzpatrick </a:t>
            </a:r>
            <a:r>
              <a:rPr lang="en-US" sz="2400" dirty="0" err="1">
                <a:latin typeface="Thorndale" pitchFamily="18"/>
              </a:rPr>
              <a:t>P.F.Mechanism</a:t>
            </a:r>
            <a:r>
              <a:rPr lang="en-US" sz="2400" dirty="0">
                <a:latin typeface="Thorndale" pitchFamily="18"/>
              </a:rPr>
              <a:t> of Aromatic Amino Acid Hydroxylation. Biochemistry 42: 14083–14091.(2008)</a:t>
            </a:r>
          </a:p>
          <a:p>
            <a:pPr marL="514350" lvl="0" indent="-514350" defTabSz="4389438">
              <a:lnSpc>
                <a:spcPct val="80000"/>
              </a:lnSpc>
              <a:buClr>
                <a:schemeClr val="tx2"/>
              </a:buClr>
              <a:buSzPct val="115000"/>
            </a:pPr>
            <a:endParaRPr lang="en-US" sz="2200" dirty="0" smtClean="0">
              <a:latin typeface="Arial" charset="0"/>
              <a:ea typeface="ＭＳ Ｐゴシック" charset="-128"/>
              <a:cs typeface="ＭＳ Ｐゴシック" charset="-128"/>
            </a:endParaRPr>
          </a:p>
          <a:p>
            <a:pPr marL="514350" lvl="0" indent="-514350" defTabSz="4389438">
              <a:lnSpc>
                <a:spcPct val="80000"/>
              </a:lnSpc>
              <a:buClr>
                <a:schemeClr val="tx2"/>
              </a:buClr>
              <a:buSzPct val="115000"/>
            </a:pPr>
            <a:r>
              <a:rPr lang="en-US" sz="2200" dirty="0" smtClean="0">
                <a:latin typeface="Arial" charset="0"/>
                <a:ea typeface="ＭＳ Ｐゴシック" charset="-128"/>
                <a:cs typeface="ＭＳ Ｐゴシック" charset="-128"/>
              </a:rPr>
              <a:t>3. </a:t>
            </a:r>
            <a:r>
              <a:rPr lang="en-US" sz="2400" dirty="0" err="1">
                <a:latin typeface="Thorndale" pitchFamily="18"/>
              </a:rPr>
              <a:t>Fusetti</a:t>
            </a:r>
            <a:r>
              <a:rPr lang="en-US" sz="2400" dirty="0">
                <a:latin typeface="Thorndale" pitchFamily="18"/>
              </a:rPr>
              <a:t> et al...Structure of </a:t>
            </a:r>
            <a:r>
              <a:rPr lang="en-US" sz="2400" dirty="0" err="1">
                <a:latin typeface="Thorndale" pitchFamily="18"/>
              </a:rPr>
              <a:t>Tetrameric</a:t>
            </a:r>
            <a:r>
              <a:rPr lang="en-US" sz="2400" dirty="0">
                <a:latin typeface="Thorndale" pitchFamily="18"/>
              </a:rPr>
              <a:t> Human Phenylalanine Hydroxylase and Its Implications for Phenylketonuria. Journal of Biological Chemistry </a:t>
            </a:r>
            <a:r>
              <a:rPr lang="en-US" sz="2400" dirty="0" err="1">
                <a:latin typeface="Thorndale" pitchFamily="18"/>
              </a:rPr>
              <a:t>Vol</a:t>
            </a:r>
            <a:r>
              <a:rPr lang="en-US" sz="2400" dirty="0">
                <a:latin typeface="Thorndale" pitchFamily="18"/>
              </a:rPr>
              <a:t> 273,No 27:16962-16967 (1998)</a:t>
            </a:r>
          </a:p>
          <a:p>
            <a:pPr marL="514350" indent="-514350" defTabSz="4389438">
              <a:lnSpc>
                <a:spcPct val="80000"/>
              </a:lnSpc>
              <a:buClr>
                <a:schemeClr val="tx2"/>
              </a:buClr>
              <a:buSzPct val="115000"/>
            </a:pPr>
            <a:endParaRPr lang="en-US" sz="2200" dirty="0" smtClean="0">
              <a:latin typeface="Arial" charset="0"/>
              <a:ea typeface="ＭＳ Ｐゴシック" charset="-128"/>
              <a:cs typeface="ＭＳ Ｐゴシック" charset="-128"/>
            </a:endParaRPr>
          </a:p>
          <a:p>
            <a:endParaRPr lang="en-US" sz="2400" dirty="0"/>
          </a:p>
        </p:txBody>
      </p:sp>
      <p:sp>
        <p:nvSpPr>
          <p:cNvPr id="291" name="Text Placeholder 290"/>
          <p:cNvSpPr>
            <a:spLocks noGrp="1"/>
          </p:cNvSpPr>
          <p:nvPr>
            <p:ph type="body" sz="quarter" idx="9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92" name="Text Placeholder 291"/>
          <p:cNvSpPr>
            <a:spLocks noGrp="1"/>
          </p:cNvSpPr>
          <p:nvPr>
            <p:ph type="body" sz="quarter" idx="10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94" name="Text Placeholder 293"/>
          <p:cNvSpPr>
            <a:spLocks noGrp="1"/>
          </p:cNvSpPr>
          <p:nvPr>
            <p:ph type="body" sz="quarter" idx="1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95" name="Text Placeholder 294"/>
          <p:cNvSpPr>
            <a:spLocks noGrp="1"/>
          </p:cNvSpPr>
          <p:nvPr>
            <p:ph type="body" sz="quarter" idx="1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96" name="Text Placeholder 295"/>
          <p:cNvSpPr>
            <a:spLocks noGrp="1"/>
          </p:cNvSpPr>
          <p:nvPr>
            <p:ph type="body" sz="quarter" idx="11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97" name="Text Placeholder 296"/>
          <p:cNvSpPr>
            <a:spLocks noGrp="1"/>
          </p:cNvSpPr>
          <p:nvPr>
            <p:ph type="body" sz="quarter" idx="11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98" name="Text Placeholder 297"/>
          <p:cNvSpPr>
            <a:spLocks noGrp="1"/>
          </p:cNvSpPr>
          <p:nvPr>
            <p:ph type="body" sz="quarter" idx="12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99" name="Text Placeholder 298"/>
          <p:cNvSpPr>
            <a:spLocks noGrp="1"/>
          </p:cNvSpPr>
          <p:nvPr>
            <p:ph type="body" sz="quarter" idx="12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00" name="Text Placeholder 299"/>
          <p:cNvSpPr>
            <a:spLocks noGrp="1"/>
          </p:cNvSpPr>
          <p:nvPr>
            <p:ph type="body" sz="quarter" idx="12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01" name="Text Placeholder 300"/>
          <p:cNvSpPr>
            <a:spLocks noGrp="1"/>
          </p:cNvSpPr>
          <p:nvPr>
            <p:ph type="body" sz="quarter" idx="12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02" name="Text Placeholder 301"/>
          <p:cNvSpPr>
            <a:spLocks noGrp="1"/>
          </p:cNvSpPr>
          <p:nvPr>
            <p:ph type="body" sz="quarter" idx="12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03" name="Text Placeholder 302"/>
          <p:cNvSpPr>
            <a:spLocks noGrp="1"/>
          </p:cNvSpPr>
          <p:nvPr>
            <p:ph type="body" sz="quarter" idx="12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93" name="Picture Placeholder 292"/>
          <p:cNvSpPr>
            <a:spLocks noGrp="1"/>
          </p:cNvSpPr>
          <p:nvPr>
            <p:ph type="pic" sz="quarter" idx="115"/>
          </p:nvPr>
        </p:nvSpPr>
        <p:spPr/>
      </p:sp>
      <p:sp>
        <p:nvSpPr>
          <p:cNvPr id="304" name="Picture Placeholder 303"/>
          <p:cNvSpPr>
            <a:spLocks noGrp="1"/>
          </p:cNvSpPr>
          <p:nvPr>
            <p:ph type="pic" sz="quarter" idx="126"/>
          </p:nvPr>
        </p:nvSpPr>
        <p:spPr/>
      </p:sp>
      <p:sp>
        <p:nvSpPr>
          <p:cNvPr id="305" name="Picture Placeholder 304"/>
          <p:cNvSpPr>
            <a:spLocks noGrp="1"/>
          </p:cNvSpPr>
          <p:nvPr>
            <p:ph type="pic" sz="quarter" idx="127"/>
          </p:nvPr>
        </p:nvSpPr>
        <p:spPr/>
      </p:sp>
      <p:sp>
        <p:nvSpPr>
          <p:cNvPr id="306" name="Picture Placeholder 305"/>
          <p:cNvSpPr>
            <a:spLocks noGrp="1"/>
          </p:cNvSpPr>
          <p:nvPr>
            <p:ph type="pic" sz="quarter" idx="128"/>
          </p:nvPr>
        </p:nvSpPr>
        <p:spPr/>
      </p:sp>
      <p:sp>
        <p:nvSpPr>
          <p:cNvPr id="307" name="Picture Placeholder 306"/>
          <p:cNvSpPr>
            <a:spLocks noGrp="1"/>
          </p:cNvSpPr>
          <p:nvPr>
            <p:ph type="pic" sz="quarter" idx="129"/>
          </p:nvPr>
        </p:nvSpPr>
        <p:spPr/>
      </p:sp>
      <p:sp>
        <p:nvSpPr>
          <p:cNvPr id="308" name="Picture Placeholder 307"/>
          <p:cNvSpPr>
            <a:spLocks noGrp="1"/>
          </p:cNvSpPr>
          <p:nvPr>
            <p:ph type="pic" sz="quarter" idx="130"/>
          </p:nvPr>
        </p:nvSpPr>
        <p:spPr/>
      </p:sp>
      <p:sp>
        <p:nvSpPr>
          <p:cNvPr id="309" name="Picture Placeholder 308"/>
          <p:cNvSpPr>
            <a:spLocks noGrp="1"/>
          </p:cNvSpPr>
          <p:nvPr>
            <p:ph type="pic" sz="quarter" idx="131"/>
          </p:nvPr>
        </p:nvSpPr>
        <p:spPr/>
      </p:sp>
      <p:sp>
        <p:nvSpPr>
          <p:cNvPr id="310" name="Picture Placeholder 309"/>
          <p:cNvSpPr>
            <a:spLocks noGrp="1"/>
          </p:cNvSpPr>
          <p:nvPr>
            <p:ph type="pic" sz="quarter" idx="132"/>
          </p:nvPr>
        </p:nvSpPr>
        <p:spPr/>
      </p:sp>
      <p:sp>
        <p:nvSpPr>
          <p:cNvPr id="311" name="Picture Placeholder 310"/>
          <p:cNvSpPr>
            <a:spLocks noGrp="1"/>
          </p:cNvSpPr>
          <p:nvPr>
            <p:ph type="pic" sz="quarter" idx="133"/>
          </p:nvPr>
        </p:nvSpPr>
        <p:spPr/>
      </p:sp>
      <p:sp>
        <p:nvSpPr>
          <p:cNvPr id="312" name="Picture Placeholder 311"/>
          <p:cNvSpPr>
            <a:spLocks noGrp="1"/>
          </p:cNvSpPr>
          <p:nvPr>
            <p:ph type="pic" sz="quarter" idx="134"/>
          </p:nvPr>
        </p:nvSpPr>
        <p:spPr/>
      </p:sp>
      <p:sp>
        <p:nvSpPr>
          <p:cNvPr id="313" name="Picture Placeholder 312"/>
          <p:cNvSpPr>
            <a:spLocks noGrp="1"/>
          </p:cNvSpPr>
          <p:nvPr>
            <p:ph type="pic" sz="quarter" idx="135"/>
          </p:nvPr>
        </p:nvSpPr>
        <p:spPr/>
      </p:sp>
      <p:sp>
        <p:nvSpPr>
          <p:cNvPr id="314" name="Text Placeholder 313"/>
          <p:cNvSpPr>
            <a:spLocks noGrp="1"/>
          </p:cNvSpPr>
          <p:nvPr>
            <p:ph type="body" sz="quarter" idx="13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15" name="Text Placeholder 314"/>
          <p:cNvSpPr>
            <a:spLocks noGrp="1"/>
          </p:cNvSpPr>
          <p:nvPr>
            <p:ph type="body" sz="quarter" idx="13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16" name="Text Placeholder 315"/>
          <p:cNvSpPr>
            <a:spLocks noGrp="1"/>
          </p:cNvSpPr>
          <p:nvPr>
            <p:ph type="body" sz="quarter" idx="13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17" name="Text Placeholder 316"/>
          <p:cNvSpPr>
            <a:spLocks noGrp="1"/>
          </p:cNvSpPr>
          <p:nvPr>
            <p:ph type="body" sz="quarter" idx="13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18" name="Text Placeholder 317"/>
          <p:cNvSpPr>
            <a:spLocks noGrp="1"/>
          </p:cNvSpPr>
          <p:nvPr>
            <p:ph type="body" sz="quarter" idx="14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19" name="Text Placeholder 318"/>
          <p:cNvSpPr>
            <a:spLocks noGrp="1"/>
          </p:cNvSpPr>
          <p:nvPr>
            <p:ph type="body" sz="quarter" idx="14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20" name="Text Placeholder 319"/>
          <p:cNvSpPr>
            <a:spLocks noGrp="1"/>
          </p:cNvSpPr>
          <p:nvPr>
            <p:ph type="body" sz="quarter" idx="14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21" name="Text Placeholder 320"/>
          <p:cNvSpPr>
            <a:spLocks noGrp="1"/>
          </p:cNvSpPr>
          <p:nvPr>
            <p:ph type="body" sz="quarter" idx="14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22" name="Text Placeholder 321"/>
          <p:cNvSpPr>
            <a:spLocks noGrp="1"/>
          </p:cNvSpPr>
          <p:nvPr>
            <p:ph type="body" sz="quarter" idx="14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23" name="Text Placeholder 322"/>
          <p:cNvSpPr>
            <a:spLocks noGrp="1"/>
          </p:cNvSpPr>
          <p:nvPr>
            <p:ph type="body" sz="quarter" idx="14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24" name="Text Placeholder 323"/>
          <p:cNvSpPr>
            <a:spLocks noGrp="1"/>
          </p:cNvSpPr>
          <p:nvPr>
            <p:ph type="body" sz="quarter" idx="14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25" name="Text Placeholder 324"/>
          <p:cNvSpPr>
            <a:spLocks noGrp="1"/>
          </p:cNvSpPr>
          <p:nvPr>
            <p:ph type="body" sz="quarter" idx="14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26" name="Text Placeholder 325"/>
          <p:cNvSpPr>
            <a:spLocks noGrp="1"/>
          </p:cNvSpPr>
          <p:nvPr>
            <p:ph type="body" sz="quarter" idx="14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27" name="Text Placeholder 326"/>
          <p:cNvSpPr>
            <a:spLocks noGrp="1"/>
          </p:cNvSpPr>
          <p:nvPr>
            <p:ph type="body" sz="quarter" idx="14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30" name="Rectangle 5"/>
          <p:cNvSpPr>
            <a:spLocks noChangeArrowheads="1"/>
          </p:cNvSpPr>
          <p:nvPr/>
        </p:nvSpPr>
        <p:spPr bwMode="auto">
          <a:xfrm>
            <a:off x="5166044" y="1143000"/>
            <a:ext cx="25378175" cy="40316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243" tIns="45614" rIns="91243" bIns="45614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8600" b="1" i="0" u="none" strike="noStrike" cap="none" normalizeH="0" baseline="0" dirty="0" smtClean="0">
                <a:ln>
                  <a:noFill/>
                </a:ln>
                <a:solidFill>
                  <a:srgbClr val="FFFFFF"/>
                </a:solidFill>
                <a:effectLst/>
                <a:latin typeface="Arial Narrow" charset="0"/>
              </a:rPr>
              <a:t>Comparative Analysis of the Aromatic Amino Acid Hydroxylase Family</a:t>
            </a:r>
            <a:endParaRPr kumimoji="0" lang="en-US" sz="8600" b="1" i="1" u="none" strike="noStrike" cap="none" normalizeH="0" baseline="0" dirty="0" smtClean="0">
              <a:ln>
                <a:noFill/>
              </a:ln>
              <a:solidFill>
                <a:srgbClr val="FFFFFF"/>
              </a:solidFill>
              <a:effectLst/>
              <a:latin typeface="Arial Narrow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4800" b="1" i="0" u="none" strike="noStrike" cap="none" normalizeH="0" baseline="0" dirty="0" smtClean="0">
                <a:ln>
                  <a:noFill/>
                </a:ln>
                <a:solidFill>
                  <a:srgbClr val="FFFFFF"/>
                </a:solidFill>
                <a:effectLst/>
                <a:latin typeface="Arial" charset="0"/>
              </a:rPr>
              <a:t>Christopher</a:t>
            </a:r>
            <a:r>
              <a:rPr kumimoji="0" lang="en-US" sz="4800" b="1" i="0" u="none" strike="noStrike" cap="none" normalizeH="0" dirty="0" smtClean="0">
                <a:ln>
                  <a:noFill/>
                </a:ln>
                <a:solidFill>
                  <a:srgbClr val="FFFFFF"/>
                </a:solidFill>
                <a:effectLst/>
                <a:latin typeface="Arial" charset="0"/>
              </a:rPr>
              <a:t> Maguire </a:t>
            </a:r>
            <a:r>
              <a:rPr kumimoji="0" lang="en-US" sz="4800" b="1" i="0" u="none" strike="noStrike" cap="none" normalizeH="0" baseline="0" dirty="0" smtClean="0">
                <a:ln>
                  <a:noFill/>
                </a:ln>
                <a:solidFill>
                  <a:srgbClr val="FFFFFF"/>
                </a:solidFill>
                <a:effectLst/>
                <a:latin typeface="Arial" charset="0"/>
              </a:rPr>
              <a:t>&amp; </a:t>
            </a:r>
            <a:r>
              <a:rPr kumimoji="0" lang="en-US" sz="4800" b="1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" charset="0"/>
              </a:rPr>
              <a:t>John Perozich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3600" b="1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" charset="0"/>
              </a:rPr>
              <a:t>Department of Biology, Franciscan University of Steubenville, Steubenville, OH.</a:t>
            </a:r>
          </a:p>
        </p:txBody>
      </p:sp>
      <p:pic>
        <p:nvPicPr>
          <p:cNvPr id="331" name="Picture 69" descr="logo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987744" y="1784350"/>
            <a:ext cx="4178300" cy="1282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32" name="Picture 70" descr="logo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0544219" y="1784350"/>
            <a:ext cx="4178300" cy="1282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33" name="Text Placeholder 275"/>
          <p:cNvSpPr>
            <a:spLocks noGrp="1"/>
          </p:cNvSpPr>
          <p:nvPr>
            <p:ph type="body" sz="quarter" idx="11"/>
          </p:nvPr>
        </p:nvSpPr>
        <p:spPr>
          <a:xfrm>
            <a:off x="741616" y="10608037"/>
            <a:ext cx="11148921" cy="618471"/>
          </a:xfrm>
        </p:spPr>
        <p:txBody>
          <a:bodyPr/>
          <a:lstStyle/>
          <a:p>
            <a:r>
              <a:rPr lang="en-US" dirty="0" smtClean="0"/>
              <a:t>FIGURE 1</a:t>
            </a:r>
            <a:endParaRPr lang="en-US" dirty="0"/>
          </a:p>
        </p:txBody>
      </p:sp>
      <p:sp>
        <p:nvSpPr>
          <p:cNvPr id="348" name="Text Box 418"/>
          <p:cNvSpPr txBox="1">
            <a:spLocks noGrp="1" noChangeArrowheads="1"/>
          </p:cNvSpPr>
          <p:nvPr>
            <p:ph type="body" sz="quarter" idx="26"/>
          </p:nvPr>
        </p:nvSpPr>
        <p:spPr bwMode="auto">
          <a:xfrm>
            <a:off x="23985379" y="22467272"/>
            <a:ext cx="11135113" cy="21544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457200" tIns="457200" rIns="457200" bIns="457200">
            <a:prstTxWarp prst="textNoShape">
              <a:avLst/>
            </a:prstTxWarp>
            <a:spAutoFit/>
          </a:bodyPr>
          <a:lstStyle/>
          <a:p>
            <a:pPr marL="0" indent="0" defTabSz="4389438"/>
            <a:r>
              <a:rPr lang="en-US" sz="2200" dirty="0">
                <a:solidFill>
                  <a:srgbClr val="003F75"/>
                </a:solidFill>
                <a:latin typeface="Arial"/>
                <a:cs typeface="Arial"/>
              </a:rPr>
              <a:t>Figure</a:t>
            </a:r>
            <a:r>
              <a:rPr lang="en-US" sz="2200" dirty="0" smtClean="0">
                <a:solidFill>
                  <a:srgbClr val="003F75"/>
                </a:solidFill>
                <a:latin typeface="Arial"/>
                <a:cs typeface="Arial"/>
              </a:rPr>
              <a:t> 7</a:t>
            </a:r>
            <a:r>
              <a:rPr lang="en-US" sz="2200" dirty="0" smtClean="0">
                <a:latin typeface="Arial"/>
                <a:cs typeface="Arial"/>
              </a:rPr>
              <a:t>: </a:t>
            </a:r>
            <a:r>
              <a:rPr lang="en-US" sz="2200" dirty="0">
                <a:latin typeface="Arial"/>
                <a:cs typeface="Arial"/>
              </a:rPr>
              <a:t>Bootstrapped phylogenetic tree of the </a:t>
            </a:r>
            <a:r>
              <a:rPr lang="en-US" sz="2200" dirty="0" smtClean="0">
                <a:latin typeface="Arial"/>
                <a:cs typeface="Arial"/>
              </a:rPr>
              <a:t>Hydroxylases generated by the PHYLIP programs from </a:t>
            </a:r>
            <a:r>
              <a:rPr lang="en-US" sz="2200" dirty="0">
                <a:latin typeface="Arial"/>
                <a:cs typeface="Arial"/>
              </a:rPr>
              <a:t>the </a:t>
            </a:r>
            <a:r>
              <a:rPr lang="en-US" sz="2200" dirty="0" smtClean="0">
                <a:latin typeface="Arial"/>
                <a:cs typeface="Arial"/>
              </a:rPr>
              <a:t>alignment.</a:t>
            </a:r>
          </a:p>
          <a:p>
            <a:pPr defTabSz="4389438"/>
            <a:endParaRPr lang="en-US" sz="3000" dirty="0"/>
          </a:p>
        </p:txBody>
      </p:sp>
      <p:sp>
        <p:nvSpPr>
          <p:cNvPr id="349" name="Text Box 418"/>
          <p:cNvSpPr txBox="1">
            <a:spLocks noChangeArrowheads="1"/>
          </p:cNvSpPr>
          <p:nvPr/>
        </p:nvSpPr>
        <p:spPr bwMode="auto">
          <a:xfrm>
            <a:off x="24139378" y="11886128"/>
            <a:ext cx="11137942" cy="22775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457200" tIns="457200" rIns="457200" bIns="457200">
            <a:prstTxWarp prst="textNoShape">
              <a:avLst/>
            </a:prstTxWarp>
            <a:spAutoFit/>
          </a:bodyPr>
          <a:lstStyle/>
          <a:p>
            <a:pPr marL="216000" lvl="0" indent="-216000"/>
            <a:r>
              <a:rPr lang="en-US" sz="2200" dirty="0">
                <a:solidFill>
                  <a:srgbClr val="003F75"/>
                </a:solidFill>
                <a:latin typeface="Arial"/>
                <a:cs typeface="Arial"/>
              </a:rPr>
              <a:t>Figure</a:t>
            </a:r>
            <a:r>
              <a:rPr lang="en-US" sz="2200" dirty="0" smtClean="0">
                <a:solidFill>
                  <a:srgbClr val="003F75"/>
                </a:solidFill>
                <a:latin typeface="Arial"/>
                <a:cs typeface="Arial"/>
              </a:rPr>
              <a:t> 6</a:t>
            </a:r>
            <a:r>
              <a:rPr lang="en-US" sz="2200" dirty="0" smtClean="0">
                <a:latin typeface="Arial"/>
                <a:cs typeface="Arial"/>
              </a:rPr>
              <a:t>: </a:t>
            </a:r>
            <a:r>
              <a:rPr lang="en-US" sz="2200" dirty="0">
                <a:latin typeface="Arial"/>
                <a:cs typeface="Arial"/>
              </a:rPr>
              <a:t>Location of </a:t>
            </a:r>
            <a:r>
              <a:rPr lang="en-US" sz="2200" dirty="0" smtClean="0">
                <a:latin typeface="Arial"/>
                <a:cs typeface="Arial"/>
              </a:rPr>
              <a:t>Aspartic Acid 282 and  Arginine 270 , </a:t>
            </a:r>
            <a:r>
              <a:rPr lang="en-US" sz="2200" dirty="0">
                <a:latin typeface="Arial"/>
                <a:cs typeface="Arial"/>
              </a:rPr>
              <a:t>invariantly conserved and </a:t>
            </a:r>
            <a:r>
              <a:rPr lang="en-US" sz="2200" dirty="0" smtClean="0">
                <a:latin typeface="Arial"/>
                <a:cs typeface="Arial"/>
              </a:rPr>
              <a:t>form a salt bridge with each other. </a:t>
            </a:r>
            <a:r>
              <a:rPr lang="en-US" sz="2200" dirty="0" err="1" smtClean="0">
                <a:latin typeface="Arial"/>
                <a:cs typeface="Arial"/>
              </a:rPr>
              <a:t>Arg</a:t>
            </a:r>
            <a:r>
              <a:rPr lang="en-US" sz="2200" dirty="0" smtClean="0">
                <a:latin typeface="Arial"/>
                <a:cs typeface="Arial"/>
              </a:rPr>
              <a:t> 270 is 3 angstroms from the carboxyl group of TEA (purple) and there is likely some interaction. Asp 282  is also close to TEA and its amino group  may interact with the inhibitor. </a:t>
            </a:r>
            <a:endParaRPr lang="en-US" sz="2200" dirty="0">
              <a:latin typeface="Arial"/>
              <a:cs typeface="Arial"/>
            </a:endParaRPr>
          </a:p>
        </p:txBody>
      </p:sp>
      <p:sp>
        <p:nvSpPr>
          <p:cNvPr id="351" name="Text Box 5"/>
          <p:cNvSpPr txBox="1">
            <a:spLocks noChangeArrowheads="1"/>
          </p:cNvSpPr>
          <p:nvPr/>
        </p:nvSpPr>
        <p:spPr bwMode="auto">
          <a:xfrm>
            <a:off x="30136558" y="10608037"/>
            <a:ext cx="1259821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prstTxWarp prst="textNoShape">
              <a:avLst/>
            </a:prstTxWarp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sz="2000" b="1" dirty="0">
                <a:solidFill>
                  <a:srgbClr val="FFFFFF"/>
                </a:solidFill>
                <a:latin typeface="Arial" charset="0"/>
                <a:ea typeface="ＭＳ Ｐゴシック" charset="-128"/>
                <a:cs typeface="ＭＳ Ｐゴシック" charset="-128"/>
              </a:rPr>
              <a:t>Leu-84</a:t>
            </a:r>
            <a:endParaRPr lang="en-US" sz="2000" b="1" dirty="0">
              <a:solidFill>
                <a:srgbClr val="000000"/>
              </a:solidFill>
              <a:latin typeface="Arial" charset="0"/>
              <a:ea typeface="ＭＳ Ｐゴシック" charset="-128"/>
              <a:cs typeface="ＭＳ Ｐゴシック" charset="-128"/>
            </a:endParaRPr>
          </a:p>
        </p:txBody>
      </p:sp>
      <p:sp>
        <p:nvSpPr>
          <p:cNvPr id="355" name="Text Box 418"/>
          <p:cNvSpPr txBox="1">
            <a:spLocks noChangeArrowheads="1"/>
          </p:cNvSpPr>
          <p:nvPr/>
        </p:nvSpPr>
        <p:spPr bwMode="auto">
          <a:xfrm>
            <a:off x="12286161" y="32781094"/>
            <a:ext cx="11137940" cy="22775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457200" tIns="457200" rIns="457200" bIns="457200">
            <a:prstTxWarp prst="textNoShape">
              <a:avLst/>
            </a:prstTxWarp>
            <a:spAutoFit/>
          </a:bodyPr>
          <a:lstStyle/>
          <a:p>
            <a:pPr defTabSz="4389438"/>
            <a:r>
              <a:rPr lang="en-US" sz="2200" dirty="0">
                <a:solidFill>
                  <a:srgbClr val="003F75"/>
                </a:solidFill>
                <a:latin typeface="Arial"/>
                <a:cs typeface="Arial"/>
              </a:rPr>
              <a:t>Figure</a:t>
            </a:r>
            <a:r>
              <a:rPr lang="en-US" sz="2200" dirty="0" smtClean="0">
                <a:solidFill>
                  <a:srgbClr val="003F75"/>
                </a:solidFill>
                <a:latin typeface="Arial"/>
                <a:cs typeface="Arial"/>
              </a:rPr>
              <a:t> 4</a:t>
            </a:r>
            <a:r>
              <a:rPr lang="en-US" sz="2200" dirty="0" smtClean="0">
                <a:latin typeface="Arial"/>
                <a:cs typeface="Arial"/>
              </a:rPr>
              <a:t>: </a:t>
            </a:r>
            <a:r>
              <a:rPr lang="en-US" sz="2200" dirty="0">
                <a:latin typeface="Arial"/>
                <a:cs typeface="Arial"/>
              </a:rPr>
              <a:t>Pattern analysis by MEME of the alignment of the </a:t>
            </a:r>
            <a:r>
              <a:rPr lang="en-US" sz="2200" dirty="0" smtClean="0">
                <a:latin typeface="Arial"/>
                <a:cs typeface="Arial"/>
              </a:rPr>
              <a:t>Hydroxylase </a:t>
            </a:r>
            <a:r>
              <a:rPr lang="en-US" sz="2200" dirty="0">
                <a:latin typeface="Arial"/>
                <a:cs typeface="Arial"/>
              </a:rPr>
              <a:t>proteins showing the positions of the ten most-well conserved sequence motifs. </a:t>
            </a:r>
            <a:r>
              <a:rPr lang="en-US" sz="2200" dirty="0" smtClean="0">
                <a:latin typeface="Arial"/>
                <a:cs typeface="Arial"/>
              </a:rPr>
              <a:t>The red block is the most conserved followed by orange, yellow, grey, purple and pink being the least conserved motif.</a:t>
            </a:r>
            <a:endParaRPr lang="en-US" sz="2200" dirty="0">
              <a:latin typeface="Arial"/>
              <a:cs typeface="Arial"/>
            </a:endParaRPr>
          </a:p>
        </p:txBody>
      </p:sp>
      <p:sp>
        <p:nvSpPr>
          <p:cNvPr id="356" name="Text Box 79"/>
          <p:cNvSpPr txBox="1">
            <a:spLocks noChangeArrowheads="1"/>
          </p:cNvSpPr>
          <p:nvPr/>
        </p:nvSpPr>
        <p:spPr bwMode="auto">
          <a:xfrm>
            <a:off x="15813088" y="30942698"/>
            <a:ext cx="1590179" cy="12311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457200" tIns="457200" rIns="457200" bIns="457200">
            <a:prstTxWarp prst="textNoShape">
              <a:avLst/>
            </a:prstTxWarp>
            <a:spAutoFit/>
          </a:bodyPr>
          <a:lstStyle/>
          <a:p>
            <a:r>
              <a:rPr lang="en-US" sz="2000" b="1" dirty="0">
                <a:solidFill>
                  <a:srgbClr val="FFFFFF"/>
                </a:solidFill>
              </a:rPr>
              <a:t>His-17</a:t>
            </a:r>
            <a:endParaRPr lang="en-US" sz="1400" b="1" dirty="0">
              <a:solidFill>
                <a:srgbClr val="FFFFFF"/>
              </a:solidFill>
            </a:endParaRPr>
          </a:p>
        </p:txBody>
      </p:sp>
      <p:sp>
        <p:nvSpPr>
          <p:cNvPr id="357" name="Text Box 80"/>
          <p:cNvSpPr txBox="1">
            <a:spLocks noChangeArrowheads="1"/>
          </p:cNvSpPr>
          <p:nvPr/>
        </p:nvSpPr>
        <p:spPr bwMode="auto">
          <a:xfrm>
            <a:off x="17949283" y="31980875"/>
            <a:ext cx="1728338" cy="12311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457200" tIns="457200" rIns="457200" bIns="457200">
            <a:prstTxWarp prst="textNoShape">
              <a:avLst/>
            </a:prstTxWarp>
            <a:spAutoFit/>
          </a:bodyPr>
          <a:lstStyle/>
          <a:p>
            <a:r>
              <a:rPr lang="en-US" sz="2000" b="1" dirty="0">
                <a:solidFill>
                  <a:srgbClr val="FFFFFF"/>
                </a:solidFill>
              </a:rPr>
              <a:t>Ser-135</a:t>
            </a:r>
            <a:endParaRPr lang="en-US" sz="1400" b="1" dirty="0">
              <a:solidFill>
                <a:srgbClr val="FFFFFF"/>
              </a:solidFill>
            </a:endParaRPr>
          </a:p>
        </p:txBody>
      </p:sp>
      <p:sp>
        <p:nvSpPr>
          <p:cNvPr id="359" name="Text Box 82"/>
          <p:cNvSpPr txBox="1">
            <a:spLocks noChangeArrowheads="1"/>
          </p:cNvSpPr>
          <p:nvPr/>
        </p:nvSpPr>
        <p:spPr bwMode="auto">
          <a:xfrm>
            <a:off x="17978438" y="25462695"/>
            <a:ext cx="1670029" cy="12311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457200" tIns="457200" rIns="457200" bIns="457200">
            <a:prstTxWarp prst="textNoShape">
              <a:avLst/>
            </a:prstTxWarp>
            <a:spAutoFit/>
          </a:bodyPr>
          <a:lstStyle/>
          <a:p>
            <a:r>
              <a:rPr lang="en-US" sz="2000" b="1" dirty="0">
                <a:solidFill>
                  <a:srgbClr val="FFFFFF"/>
                </a:solidFill>
              </a:rPr>
              <a:t>Asn-20</a:t>
            </a:r>
            <a:endParaRPr lang="en-US" sz="1400" b="1" dirty="0">
              <a:solidFill>
                <a:srgbClr val="FFFFFF"/>
              </a:solidFill>
            </a:endParaRPr>
          </a:p>
        </p:txBody>
      </p:sp>
      <p:sp>
        <p:nvSpPr>
          <p:cNvPr id="360" name="Text Box 83"/>
          <p:cNvSpPr txBox="1">
            <a:spLocks noChangeArrowheads="1"/>
          </p:cNvSpPr>
          <p:nvPr/>
        </p:nvSpPr>
        <p:spPr bwMode="auto">
          <a:xfrm>
            <a:off x="16200438" y="23468795"/>
            <a:ext cx="1617255" cy="12311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457200" tIns="457200" rIns="457200" bIns="457200">
            <a:prstTxWarp prst="textNoShape">
              <a:avLst/>
            </a:prstTxWarp>
            <a:spAutoFit/>
          </a:bodyPr>
          <a:lstStyle/>
          <a:p>
            <a:r>
              <a:rPr lang="en-US" sz="2000" b="1" dirty="0">
                <a:solidFill>
                  <a:srgbClr val="FFFFFF"/>
                </a:solidFill>
              </a:rPr>
              <a:t>Glu-26</a:t>
            </a:r>
            <a:endParaRPr lang="en-US" sz="1400" b="1" dirty="0">
              <a:solidFill>
                <a:srgbClr val="FFFFFF"/>
              </a:solidFill>
            </a:endParaRPr>
          </a:p>
        </p:txBody>
      </p:sp>
      <p:sp>
        <p:nvSpPr>
          <p:cNvPr id="78" name="Text Placeholder 284"/>
          <p:cNvSpPr>
            <a:spLocks noGrp="1"/>
          </p:cNvSpPr>
          <p:nvPr>
            <p:ph type="body" sz="quarter" idx="25"/>
          </p:nvPr>
        </p:nvSpPr>
        <p:spPr>
          <a:xfrm>
            <a:off x="24142207" y="13756775"/>
            <a:ext cx="11135113" cy="618471"/>
          </a:xfrm>
        </p:spPr>
        <p:txBody>
          <a:bodyPr/>
          <a:lstStyle/>
          <a:p>
            <a:r>
              <a:rPr lang="en-US" dirty="0" smtClean="0"/>
              <a:t>FIGURE 7</a:t>
            </a:r>
            <a:endParaRPr lang="en-US" dirty="0"/>
          </a:p>
        </p:txBody>
      </p:sp>
      <p:sp>
        <p:nvSpPr>
          <p:cNvPr id="79" name="Text Placeholder 284"/>
          <p:cNvSpPr>
            <a:spLocks noGrp="1"/>
          </p:cNvSpPr>
          <p:nvPr>
            <p:ph type="body" sz="quarter" idx="25"/>
          </p:nvPr>
        </p:nvSpPr>
        <p:spPr>
          <a:xfrm>
            <a:off x="24106378" y="5758641"/>
            <a:ext cx="11135113" cy="618471"/>
          </a:xfrm>
        </p:spPr>
        <p:txBody>
          <a:bodyPr/>
          <a:lstStyle/>
          <a:p>
            <a:r>
              <a:rPr lang="en-US" dirty="0" smtClean="0"/>
              <a:t>FIGURE 6</a:t>
            </a:r>
            <a:endParaRPr lang="en-US" dirty="0"/>
          </a:p>
        </p:txBody>
      </p:sp>
      <p:sp>
        <p:nvSpPr>
          <p:cNvPr id="81" name="Text Placeholder 283"/>
          <p:cNvSpPr>
            <a:spLocks noGrp="1"/>
          </p:cNvSpPr>
          <p:nvPr>
            <p:ph type="body" sz="quarter" idx="24"/>
          </p:nvPr>
        </p:nvSpPr>
        <p:spPr>
          <a:xfrm>
            <a:off x="12403844" y="23644962"/>
            <a:ext cx="11137940" cy="618471"/>
          </a:xfrm>
        </p:spPr>
        <p:txBody>
          <a:bodyPr/>
          <a:lstStyle/>
          <a:p>
            <a:r>
              <a:rPr lang="en-US" dirty="0" smtClean="0"/>
              <a:t>FIGURE 4</a:t>
            </a:r>
            <a:endParaRPr lang="en-US" dirty="0"/>
          </a:p>
        </p:txBody>
      </p:sp>
      <p:sp>
        <p:nvSpPr>
          <p:cNvPr id="82" name="Text Box 418"/>
          <p:cNvSpPr txBox="1">
            <a:spLocks noChangeArrowheads="1"/>
          </p:cNvSpPr>
          <p:nvPr/>
        </p:nvSpPr>
        <p:spPr bwMode="auto">
          <a:xfrm>
            <a:off x="12644313" y="22015206"/>
            <a:ext cx="11137940" cy="19389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457200" tIns="457200" rIns="457200" bIns="457200">
            <a:prstTxWarp prst="textNoShape">
              <a:avLst/>
            </a:prstTxWarp>
            <a:spAutoFit/>
          </a:bodyPr>
          <a:lstStyle/>
          <a:p>
            <a:pPr defTabSz="4389438"/>
            <a:r>
              <a:rPr lang="en-US" sz="2200" dirty="0">
                <a:solidFill>
                  <a:srgbClr val="003F75"/>
                </a:solidFill>
                <a:latin typeface="Arial"/>
                <a:cs typeface="Arial"/>
              </a:rPr>
              <a:t>Figure</a:t>
            </a:r>
            <a:r>
              <a:rPr lang="en-US" sz="2200" dirty="0" smtClean="0">
                <a:solidFill>
                  <a:srgbClr val="003F75"/>
                </a:solidFill>
                <a:latin typeface="Arial"/>
                <a:cs typeface="Arial"/>
              </a:rPr>
              <a:t> 3</a:t>
            </a:r>
            <a:r>
              <a:rPr lang="en-US" sz="2200" dirty="0">
                <a:latin typeface="Arial"/>
                <a:cs typeface="Arial"/>
              </a:rPr>
              <a:t>: </a:t>
            </a:r>
            <a:r>
              <a:rPr lang="en-US" sz="2200" dirty="0" smtClean="0">
                <a:latin typeface="Arial"/>
                <a:cs typeface="Arial"/>
              </a:rPr>
              <a:t>Human Phenylalanine hydroxylase (1mmk) [1] </a:t>
            </a:r>
            <a:r>
              <a:rPr lang="en-US" sz="2200" dirty="0">
                <a:latin typeface="Arial"/>
                <a:cs typeface="Arial"/>
              </a:rPr>
              <a:t>structure colored with the conserved motifs from pattern analysis by </a:t>
            </a:r>
            <a:r>
              <a:rPr lang="en-US" sz="2200" dirty="0" smtClean="0">
                <a:latin typeface="Arial"/>
                <a:cs typeface="Arial"/>
              </a:rPr>
              <a:t>MEME. The red motif is the most conserved and represents the active site. </a:t>
            </a:r>
            <a:endParaRPr lang="en-US" sz="2200" dirty="0">
              <a:latin typeface="Arial"/>
              <a:cs typeface="Arial"/>
            </a:endParaRPr>
          </a:p>
        </p:txBody>
      </p:sp>
      <p:sp>
        <p:nvSpPr>
          <p:cNvPr id="86" name="Text Placeholder 283"/>
          <p:cNvSpPr>
            <a:spLocks noGrp="1"/>
          </p:cNvSpPr>
          <p:nvPr>
            <p:ph type="body" sz="quarter" idx="24"/>
          </p:nvPr>
        </p:nvSpPr>
        <p:spPr>
          <a:xfrm>
            <a:off x="12403844" y="14163675"/>
            <a:ext cx="11137940" cy="618471"/>
          </a:xfrm>
        </p:spPr>
        <p:txBody>
          <a:bodyPr/>
          <a:lstStyle/>
          <a:p>
            <a:r>
              <a:rPr lang="en-US" dirty="0" smtClean="0"/>
              <a:t>FIGURE 3</a:t>
            </a:r>
            <a:endParaRPr lang="en-US" dirty="0"/>
          </a:p>
        </p:txBody>
      </p:sp>
      <p:sp>
        <p:nvSpPr>
          <p:cNvPr id="88" name="Text Box 83"/>
          <p:cNvSpPr txBox="1">
            <a:spLocks noChangeArrowheads="1"/>
          </p:cNvSpPr>
          <p:nvPr/>
        </p:nvSpPr>
        <p:spPr bwMode="auto">
          <a:xfrm>
            <a:off x="14997072" y="15626039"/>
            <a:ext cx="1632032" cy="12311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457200" tIns="457200" rIns="457200" bIns="457200">
            <a:prstTxWarp prst="textNoShape">
              <a:avLst/>
            </a:prstTxWarp>
            <a:spAutoFit/>
          </a:bodyPr>
          <a:lstStyle/>
          <a:p>
            <a:r>
              <a:rPr lang="en-US" sz="2000" b="1" dirty="0" smtClean="0">
                <a:solidFill>
                  <a:srgbClr val="FFFFFF"/>
                </a:solidFill>
              </a:rPr>
              <a:t>Leu-89</a:t>
            </a:r>
            <a:endParaRPr lang="en-US" sz="1400" b="1" dirty="0">
              <a:solidFill>
                <a:srgbClr val="FFFFFF"/>
              </a:solidFill>
            </a:endParaRPr>
          </a:p>
        </p:txBody>
      </p:sp>
      <p:sp>
        <p:nvSpPr>
          <p:cNvPr id="89" name="Text Box 83"/>
          <p:cNvSpPr txBox="1">
            <a:spLocks noChangeArrowheads="1"/>
          </p:cNvSpPr>
          <p:nvPr/>
        </p:nvSpPr>
        <p:spPr bwMode="auto">
          <a:xfrm>
            <a:off x="15384422" y="17644148"/>
            <a:ext cx="1604481" cy="12311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457200" tIns="457200" rIns="457200" bIns="457200">
            <a:prstTxWarp prst="textNoShape">
              <a:avLst/>
            </a:prstTxWarp>
            <a:spAutoFit/>
          </a:bodyPr>
          <a:lstStyle/>
          <a:p>
            <a:r>
              <a:rPr lang="en-US" sz="2000" b="1" dirty="0" smtClean="0">
                <a:solidFill>
                  <a:srgbClr val="FFFFFF"/>
                </a:solidFill>
              </a:rPr>
              <a:t>Trp-87</a:t>
            </a:r>
            <a:endParaRPr lang="en-US" sz="1400" b="1" dirty="0">
              <a:solidFill>
                <a:srgbClr val="FFFFFF"/>
              </a:solidFill>
            </a:endParaRPr>
          </a:p>
        </p:txBody>
      </p:sp>
      <p:sp>
        <p:nvSpPr>
          <p:cNvPr id="90" name="Text Box 83"/>
          <p:cNvSpPr txBox="1">
            <a:spLocks noChangeArrowheads="1"/>
          </p:cNvSpPr>
          <p:nvPr/>
        </p:nvSpPr>
        <p:spPr bwMode="auto">
          <a:xfrm>
            <a:off x="17978438" y="18580773"/>
            <a:ext cx="1590179" cy="12311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457200" tIns="457200" rIns="457200" bIns="457200">
            <a:prstTxWarp prst="textNoShape">
              <a:avLst/>
            </a:prstTxWarp>
            <a:spAutoFit/>
          </a:bodyPr>
          <a:lstStyle/>
          <a:p>
            <a:r>
              <a:rPr lang="en-US" sz="2000" b="1" dirty="0" smtClean="0">
                <a:solidFill>
                  <a:srgbClr val="FFFFFF"/>
                </a:solidFill>
              </a:rPr>
              <a:t>Tyr-27</a:t>
            </a:r>
            <a:endParaRPr lang="en-US" sz="1400" b="1" dirty="0">
              <a:solidFill>
                <a:srgbClr val="FFFFFF"/>
              </a:solidFill>
            </a:endParaRPr>
          </a:p>
        </p:txBody>
      </p:sp>
      <p:sp>
        <p:nvSpPr>
          <p:cNvPr id="91" name="Text Box 83"/>
          <p:cNvSpPr txBox="1">
            <a:spLocks noChangeArrowheads="1"/>
          </p:cNvSpPr>
          <p:nvPr/>
        </p:nvSpPr>
        <p:spPr bwMode="auto">
          <a:xfrm>
            <a:off x="18522355" y="17096461"/>
            <a:ext cx="1667123" cy="12311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457200" tIns="457200" rIns="457200" bIns="457200">
            <a:prstTxWarp prst="textNoShape">
              <a:avLst/>
            </a:prstTxWarp>
            <a:spAutoFit/>
          </a:bodyPr>
          <a:lstStyle/>
          <a:p>
            <a:r>
              <a:rPr lang="en-US" sz="2000" b="1" dirty="0" smtClean="0">
                <a:solidFill>
                  <a:srgbClr val="FFFFFF"/>
                </a:solidFill>
              </a:rPr>
              <a:t>Phe-28</a:t>
            </a:r>
            <a:endParaRPr lang="en-US" sz="1400" b="1" dirty="0">
              <a:solidFill>
                <a:srgbClr val="FFFFFF"/>
              </a:solidFill>
            </a:endParaRPr>
          </a:p>
        </p:txBody>
      </p:sp>
      <p:sp>
        <p:nvSpPr>
          <p:cNvPr id="92" name="Text Box 83"/>
          <p:cNvSpPr txBox="1">
            <a:spLocks noChangeArrowheads="1"/>
          </p:cNvSpPr>
          <p:nvPr/>
        </p:nvSpPr>
        <p:spPr bwMode="auto">
          <a:xfrm>
            <a:off x="19568617" y="16552345"/>
            <a:ext cx="1605357" cy="12311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457200" tIns="457200" rIns="457200" bIns="457200">
            <a:prstTxWarp prst="textNoShape">
              <a:avLst/>
            </a:prstTxWarp>
            <a:spAutoFit/>
          </a:bodyPr>
          <a:lstStyle/>
          <a:p>
            <a:r>
              <a:rPr lang="en-US" sz="2000" b="1" dirty="0" smtClean="0">
                <a:solidFill>
                  <a:srgbClr val="FFFFFF"/>
                </a:solidFill>
              </a:rPr>
              <a:t>Gly-25</a:t>
            </a:r>
            <a:endParaRPr lang="en-US" sz="1400" b="1" dirty="0">
              <a:solidFill>
                <a:srgbClr val="FFFFFF"/>
              </a:solidFill>
            </a:endParaRPr>
          </a:p>
        </p:txBody>
      </p:sp>
      <p:sp>
        <p:nvSpPr>
          <p:cNvPr id="94" name="Text Box 83"/>
          <p:cNvSpPr txBox="1">
            <a:spLocks noChangeArrowheads="1"/>
          </p:cNvSpPr>
          <p:nvPr/>
        </p:nvSpPr>
        <p:spPr bwMode="auto">
          <a:xfrm>
            <a:off x="17403267" y="7375804"/>
            <a:ext cx="1619759" cy="12311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457200" tIns="457200" rIns="457200" bIns="457200">
            <a:prstTxWarp prst="textNoShape">
              <a:avLst/>
            </a:prstTxWarp>
            <a:spAutoFit/>
          </a:bodyPr>
          <a:lstStyle/>
          <a:p>
            <a:r>
              <a:rPr lang="en-US" sz="2000" b="1" dirty="0" smtClean="0">
                <a:solidFill>
                  <a:srgbClr val="FFFFFF"/>
                </a:solidFill>
              </a:rPr>
              <a:t>Cys-14</a:t>
            </a:r>
            <a:endParaRPr lang="en-US" sz="1400" b="1" dirty="0">
              <a:solidFill>
                <a:srgbClr val="FFFFFF"/>
              </a:solidFill>
            </a:endParaRPr>
          </a:p>
        </p:txBody>
      </p:sp>
      <p:sp>
        <p:nvSpPr>
          <p:cNvPr id="95" name="Text Box 83"/>
          <p:cNvSpPr txBox="1">
            <a:spLocks noChangeArrowheads="1"/>
          </p:cNvSpPr>
          <p:nvPr/>
        </p:nvSpPr>
        <p:spPr bwMode="auto">
          <a:xfrm>
            <a:off x="16200438" y="8143757"/>
            <a:ext cx="1500411" cy="12311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457200" tIns="457200" rIns="457200" bIns="457200">
            <a:prstTxWarp prst="textNoShape">
              <a:avLst/>
            </a:prstTxWarp>
            <a:spAutoFit/>
          </a:bodyPr>
          <a:lstStyle/>
          <a:p>
            <a:r>
              <a:rPr lang="en-US" sz="2000" b="1" dirty="0" smtClean="0">
                <a:solidFill>
                  <a:srgbClr val="FFFFFF"/>
                </a:solidFill>
              </a:rPr>
              <a:t>Glu-9</a:t>
            </a:r>
            <a:endParaRPr lang="en-US" sz="1400" b="1" dirty="0">
              <a:solidFill>
                <a:srgbClr val="FFFFFF"/>
              </a:solidFill>
            </a:endParaRPr>
          </a:p>
        </p:txBody>
      </p:sp>
      <p:sp>
        <p:nvSpPr>
          <p:cNvPr id="96" name="Text Box 83"/>
          <p:cNvSpPr txBox="1">
            <a:spLocks noChangeArrowheads="1"/>
          </p:cNvSpPr>
          <p:nvPr/>
        </p:nvSpPr>
        <p:spPr bwMode="auto">
          <a:xfrm>
            <a:off x="17522615" y="9880455"/>
            <a:ext cx="1718945" cy="12311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457200" tIns="457200" rIns="457200" bIns="457200">
            <a:prstTxWarp prst="textNoShape">
              <a:avLst/>
            </a:prstTxWarp>
            <a:spAutoFit/>
          </a:bodyPr>
          <a:lstStyle/>
          <a:p>
            <a:r>
              <a:rPr lang="en-US" sz="2000" b="1" dirty="0" smtClean="0">
                <a:solidFill>
                  <a:srgbClr val="FFFFFF"/>
                </a:solidFill>
              </a:rPr>
              <a:t>His-119</a:t>
            </a:r>
            <a:endParaRPr lang="en-US" sz="1400" b="1" dirty="0">
              <a:solidFill>
                <a:srgbClr val="FFFFFF"/>
              </a:solidFill>
            </a:endParaRPr>
          </a:p>
        </p:txBody>
      </p:sp>
      <p:sp>
        <p:nvSpPr>
          <p:cNvPr id="97" name="Text Box 83"/>
          <p:cNvSpPr txBox="1">
            <a:spLocks noChangeArrowheads="1"/>
          </p:cNvSpPr>
          <p:nvPr/>
        </p:nvSpPr>
        <p:spPr bwMode="auto">
          <a:xfrm>
            <a:off x="17165740" y="8872936"/>
            <a:ext cx="1800022" cy="12311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457200" tIns="457200" rIns="457200" bIns="457200">
            <a:prstTxWarp prst="textNoShape">
              <a:avLst/>
            </a:prstTxWarp>
            <a:spAutoFit/>
          </a:bodyPr>
          <a:lstStyle/>
          <a:p>
            <a:r>
              <a:rPr lang="en-US" sz="2000" b="1" dirty="0" smtClean="0">
                <a:solidFill>
                  <a:srgbClr val="FFFFFF"/>
                </a:solidFill>
              </a:rPr>
              <a:t>Asn-134</a:t>
            </a:r>
            <a:endParaRPr lang="en-US" sz="1400" b="1" dirty="0">
              <a:solidFill>
                <a:srgbClr val="FFFFFF"/>
              </a:solidFill>
            </a:endParaRPr>
          </a:p>
        </p:txBody>
      </p:sp>
      <p:pic>
        <p:nvPicPr>
          <p:cNvPr id="100" name="Picture 99"/>
          <p:cNvPicPr>
            <a:picLocks noChangeAspect="1"/>
          </p:cNvPicPr>
          <p:nvPr/>
        </p:nvPicPr>
        <p:blipFill>
          <a:blip r:embed="rId4">
            <a:lum/>
            <a:alphaModFix/>
          </a:blip>
          <a:srcRect l="15018" t="10057" r="3429" b="5029"/>
          <a:stretch>
            <a:fillRect/>
          </a:stretch>
        </p:blipFill>
        <p:spPr>
          <a:xfrm>
            <a:off x="24524652" y="14646319"/>
            <a:ext cx="9842891" cy="8094103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TextBox 100"/>
          <p:cNvSpPr txBox="1"/>
          <p:nvPr/>
        </p:nvSpPr>
        <p:spPr>
          <a:xfrm>
            <a:off x="30347370" y="21332692"/>
            <a:ext cx="2285999" cy="603000"/>
          </a:xfrm>
          <a:prstGeom prst="rect">
            <a:avLst/>
          </a:prstGeom>
          <a:solidFill>
            <a:srgbClr val="FF950E"/>
          </a:solidFill>
          <a:ln>
            <a:noFill/>
          </a:ln>
        </p:spPr>
        <p:txBody>
          <a:bodyPr vert="horz" lIns="90000" tIns="45000" rIns="90000" bIns="4500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800" b="0" i="0" u="none" strike="noStrike" kern="1200" dirty="0">
                <a:ln>
                  <a:noFill/>
                </a:ln>
                <a:latin typeface="Arial" pitchFamily="18"/>
                <a:ea typeface="Lucida Sans Unicode" pitchFamily="2"/>
                <a:cs typeface="Tahoma" pitchFamily="2"/>
              </a:rPr>
              <a:t>Tryptophan Hydroxylases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33063158" y="17820125"/>
            <a:ext cx="2057399" cy="603000"/>
          </a:xfrm>
          <a:prstGeom prst="rect">
            <a:avLst/>
          </a:prstGeom>
          <a:solidFill>
            <a:srgbClr val="00FF00"/>
          </a:solidFill>
          <a:ln>
            <a:noFill/>
          </a:ln>
        </p:spPr>
        <p:txBody>
          <a:bodyPr vert="horz" lIns="90000" tIns="45000" rIns="90000" bIns="4500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800" b="0" i="0" u="none" strike="noStrike" kern="1200" dirty="0">
                <a:ln>
                  <a:noFill/>
                </a:ln>
                <a:latin typeface="Arial" pitchFamily="18"/>
                <a:ea typeface="Lucida Sans Unicode" pitchFamily="2"/>
                <a:cs typeface="Tahoma" pitchFamily="2"/>
              </a:rPr>
              <a:t>Phenylalanine Hydroxylases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29567579" y="15324539"/>
            <a:ext cx="1828800" cy="603000"/>
          </a:xfrm>
          <a:prstGeom prst="rect">
            <a:avLst/>
          </a:prstGeom>
          <a:solidFill>
            <a:srgbClr val="0084D1"/>
          </a:solidFill>
          <a:ln>
            <a:noFill/>
          </a:ln>
        </p:spPr>
        <p:txBody>
          <a:bodyPr vert="horz" lIns="90000" tIns="45000" rIns="90000" bIns="4500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800" b="0" i="0" u="none" strike="noStrike" kern="1200" dirty="0">
                <a:ln>
                  <a:noFill/>
                </a:ln>
                <a:latin typeface="Arial" pitchFamily="18"/>
                <a:ea typeface="Lucida Sans Unicode" pitchFamily="2"/>
                <a:cs typeface="Tahoma" pitchFamily="2"/>
              </a:rPr>
              <a:t>Tyrosine Hydroxylases</a:t>
            </a:r>
          </a:p>
        </p:txBody>
      </p:sp>
      <p:pic>
        <p:nvPicPr>
          <p:cNvPr id="105" name="Picture 104"/>
          <p:cNvPicPr>
            <a:picLocks noChangeAspect="1"/>
          </p:cNvPicPr>
          <p:nvPr/>
        </p:nvPicPr>
        <p:blipFill>
          <a:blip r:embed="rId5">
            <a:lum/>
            <a:alphaModFix/>
          </a:blip>
          <a:srcRect t="10057" r="3429" b="5029"/>
          <a:stretch>
            <a:fillRect/>
          </a:stretch>
        </p:blipFill>
        <p:spPr>
          <a:xfrm>
            <a:off x="1193188" y="11494872"/>
            <a:ext cx="10057678" cy="362932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Picture 105"/>
          <p:cNvPicPr>
            <a:picLocks noChangeAspect="1"/>
          </p:cNvPicPr>
          <p:nvPr/>
        </p:nvPicPr>
        <p:blipFill>
          <a:blip r:embed="rId6">
            <a:lum/>
            <a:alphaModFix/>
          </a:blip>
          <a:srcRect t="10057" r="3429" b="5029"/>
          <a:stretch>
            <a:fillRect/>
          </a:stretch>
        </p:blipFill>
        <p:spPr>
          <a:xfrm>
            <a:off x="1171781" y="15124201"/>
            <a:ext cx="10057679" cy="590699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Picture 106"/>
          <p:cNvPicPr>
            <a:picLocks noChangeAspect="1"/>
          </p:cNvPicPr>
          <p:nvPr/>
        </p:nvPicPr>
        <p:blipFill>
          <a:blip r:embed="rId7">
            <a:lum/>
            <a:alphaModFix/>
          </a:blip>
          <a:srcRect t="10057" r="3429" b="5029"/>
          <a:stretch>
            <a:fillRect/>
          </a:stretch>
        </p:blipFill>
        <p:spPr>
          <a:xfrm>
            <a:off x="1171587" y="20945396"/>
            <a:ext cx="10079279" cy="630682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Picture 107"/>
          <p:cNvPicPr>
            <a:picLocks noChangeAspect="1"/>
          </p:cNvPicPr>
          <p:nvPr/>
        </p:nvPicPr>
        <p:blipFill>
          <a:blip r:embed="rId8">
            <a:lum/>
            <a:alphaModFix/>
          </a:blip>
          <a:srcRect t="10057" r="3429" b="5029"/>
          <a:stretch>
            <a:fillRect/>
          </a:stretch>
        </p:blipFill>
        <p:spPr>
          <a:xfrm>
            <a:off x="1171781" y="27098379"/>
            <a:ext cx="9713797" cy="4639656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TextBox 108"/>
          <p:cNvSpPr txBox="1"/>
          <p:nvPr/>
        </p:nvSpPr>
        <p:spPr>
          <a:xfrm>
            <a:off x="1968377" y="12369857"/>
            <a:ext cx="2689560" cy="346680"/>
          </a:xfrm>
          <a:prstGeom prst="rect">
            <a:avLst/>
          </a:prstGeom>
          <a:solidFill>
            <a:srgbClr val="FF8080"/>
          </a:solidFill>
          <a:ln>
            <a:noFill/>
          </a:ln>
        </p:spPr>
        <p:txBody>
          <a:bodyPr vert="horz" lIns="90000" tIns="45000" rIns="90000" bIns="4500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800" b="0" i="0" u="none" strike="noStrike" kern="1200" dirty="0">
                <a:ln>
                  <a:noFill/>
                </a:ln>
                <a:latin typeface="Arial" pitchFamily="18"/>
                <a:ea typeface="Lucida Sans Unicode" pitchFamily="2"/>
                <a:cs typeface="Tahoma" pitchFamily="2"/>
              </a:rPr>
              <a:t>Tyrosine Hydroxylases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995196" y="11529351"/>
            <a:ext cx="2057399" cy="603000"/>
          </a:xfrm>
          <a:prstGeom prst="rect">
            <a:avLst/>
          </a:prstGeom>
          <a:solidFill>
            <a:srgbClr val="0084D1"/>
          </a:solidFill>
          <a:ln>
            <a:noFill/>
          </a:ln>
        </p:spPr>
        <p:txBody>
          <a:bodyPr vert="horz" lIns="90000" tIns="45000" rIns="90000" bIns="4500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800" b="0" i="0" u="none" strike="noStrike" kern="1200" dirty="0">
                <a:ln>
                  <a:noFill/>
                </a:ln>
                <a:latin typeface="Arial" pitchFamily="18"/>
                <a:ea typeface="Lucida Sans Unicode" pitchFamily="2"/>
                <a:cs typeface="Tahoma" pitchFamily="2"/>
              </a:rPr>
              <a:t>Tryptophan Hydroxylases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1968377" y="12843853"/>
            <a:ext cx="2971800" cy="356336"/>
          </a:xfrm>
          <a:prstGeom prst="rect">
            <a:avLst/>
          </a:prstGeom>
          <a:solidFill>
            <a:srgbClr val="9966CC"/>
          </a:solidFill>
          <a:ln>
            <a:noFill/>
          </a:ln>
        </p:spPr>
        <p:txBody>
          <a:bodyPr vert="horz" lIns="90000" tIns="45000" rIns="90000" bIns="4500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800" b="0" i="0" u="none" strike="noStrike" kern="1200" dirty="0">
                <a:ln>
                  <a:noFill/>
                </a:ln>
                <a:latin typeface="Arial" pitchFamily="18"/>
                <a:ea typeface="Lucida Sans Unicode" pitchFamily="2"/>
                <a:cs typeface="Tahoma" pitchFamily="2"/>
              </a:rPr>
              <a:t>Tyrosine </a:t>
            </a:r>
            <a:r>
              <a:rPr lang="en-US" sz="1800" b="0" i="0" u="none" strike="noStrike" kern="1200" dirty="0" err="1" smtClean="0">
                <a:ln>
                  <a:noFill/>
                </a:ln>
                <a:latin typeface="Arial" pitchFamily="18"/>
                <a:ea typeface="Lucida Sans Unicode" pitchFamily="2"/>
                <a:cs typeface="Tahoma" pitchFamily="2"/>
              </a:rPr>
              <a:t>Monooxygenases</a:t>
            </a:r>
            <a:endParaRPr lang="en-US" sz="1800" b="0" i="0" u="none" strike="noStrike" kern="1200" dirty="0">
              <a:ln>
                <a:noFill/>
              </a:ln>
              <a:latin typeface="Arial" pitchFamily="18"/>
              <a:ea typeface="Lucida Sans Unicode" pitchFamily="2"/>
              <a:cs typeface="Tahoma" pitchFamily="2"/>
            </a:endParaRPr>
          </a:p>
        </p:txBody>
      </p:sp>
      <p:sp>
        <p:nvSpPr>
          <p:cNvPr id="112" name="TextBox 111"/>
          <p:cNvSpPr txBox="1"/>
          <p:nvPr/>
        </p:nvSpPr>
        <p:spPr>
          <a:xfrm>
            <a:off x="1968377" y="13560676"/>
            <a:ext cx="1828800" cy="603000"/>
          </a:xfrm>
          <a:prstGeom prst="rect">
            <a:avLst/>
          </a:prstGeom>
          <a:solidFill>
            <a:srgbClr val="808000"/>
          </a:solidFill>
          <a:ln>
            <a:noFill/>
          </a:ln>
        </p:spPr>
        <p:txBody>
          <a:bodyPr vert="horz" lIns="90000" tIns="45000" rIns="90000" bIns="4500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800" b="0" i="0" u="none" strike="noStrike" kern="1200" dirty="0">
                <a:ln>
                  <a:noFill/>
                </a:ln>
                <a:latin typeface="Arial" pitchFamily="18"/>
                <a:ea typeface="Lucida Sans Unicode" pitchFamily="2"/>
                <a:cs typeface="Tahoma" pitchFamily="2"/>
              </a:rPr>
              <a:t>Phenylalanine Hydroxylases</a:t>
            </a:r>
          </a:p>
        </p:txBody>
      </p:sp>
      <p:pic>
        <p:nvPicPr>
          <p:cNvPr id="131" name="Picture 130"/>
          <p:cNvPicPr/>
          <p:nvPr/>
        </p:nvPicPr>
        <p:blipFill rotWithShape="1">
          <a:blip r:embed="rId9"/>
          <a:srcRect l="39087" t="24048" r="24229" b="21843"/>
          <a:stretch/>
        </p:blipFill>
        <p:spPr bwMode="auto">
          <a:xfrm>
            <a:off x="15099280" y="6554843"/>
            <a:ext cx="5865758" cy="5783644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93" name="Picture 92"/>
          <p:cNvPicPr>
            <a:picLocks noChangeAspect="1"/>
          </p:cNvPicPr>
          <p:nvPr/>
        </p:nvPicPr>
        <p:blipFill>
          <a:blip r:embed="rId10">
            <a:lum/>
            <a:alphaModFix/>
          </a:blip>
          <a:srcRect/>
          <a:stretch>
            <a:fillRect/>
          </a:stretch>
        </p:blipFill>
        <p:spPr>
          <a:xfrm>
            <a:off x="14641791" y="15036393"/>
            <a:ext cx="6847919" cy="7088760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Picture 97"/>
          <p:cNvPicPr>
            <a:picLocks noChangeAspect="1"/>
          </p:cNvPicPr>
          <p:nvPr/>
        </p:nvPicPr>
        <p:blipFill>
          <a:blip r:embed="rId11">
            <a:lum/>
            <a:alphaModFix/>
          </a:blip>
          <a:srcRect t="10057" r="3634" b="5029"/>
          <a:stretch>
            <a:fillRect/>
          </a:stretch>
        </p:blipFill>
        <p:spPr>
          <a:xfrm>
            <a:off x="12578724" y="28489072"/>
            <a:ext cx="5276407" cy="4107355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Picture 98"/>
          <p:cNvPicPr>
            <a:picLocks noChangeAspect="1"/>
          </p:cNvPicPr>
          <p:nvPr/>
        </p:nvPicPr>
        <p:blipFill>
          <a:blip r:embed="rId12">
            <a:lum/>
            <a:alphaModFix/>
          </a:blip>
          <a:srcRect t="9917" r="5005" b="4958"/>
          <a:stretch>
            <a:fillRect/>
          </a:stretch>
        </p:blipFill>
        <p:spPr>
          <a:xfrm>
            <a:off x="12536530" y="24470095"/>
            <a:ext cx="5276406" cy="37743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Picture 102"/>
          <p:cNvPicPr>
            <a:picLocks noChangeAspect="1"/>
          </p:cNvPicPr>
          <p:nvPr/>
        </p:nvPicPr>
        <p:blipFill>
          <a:blip r:embed="rId13">
            <a:lum/>
            <a:alphaModFix/>
          </a:blip>
          <a:srcRect t="10057" r="3634" b="5029"/>
          <a:stretch>
            <a:fillRect/>
          </a:stretch>
        </p:blipFill>
        <p:spPr>
          <a:xfrm>
            <a:off x="18109074" y="24470095"/>
            <a:ext cx="5169185" cy="37743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Picture 112"/>
          <p:cNvPicPr>
            <a:picLocks noChangeAspect="1"/>
          </p:cNvPicPr>
          <p:nvPr/>
        </p:nvPicPr>
        <p:blipFill>
          <a:blip r:embed="rId14">
            <a:lum/>
            <a:alphaModFix/>
          </a:blip>
          <a:srcRect t="10057" r="3429" b="5029"/>
          <a:stretch>
            <a:fillRect/>
          </a:stretch>
        </p:blipFill>
        <p:spPr>
          <a:xfrm>
            <a:off x="18122004" y="28595233"/>
            <a:ext cx="5178151" cy="4001193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 Placeholder 1"/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r>
              <a:rPr lang="en-US" dirty="0" smtClean="0"/>
              <a:t>Figure 2</a:t>
            </a:r>
            <a:endParaRPr lang="en-US" dirty="0"/>
          </a:p>
        </p:txBody>
      </p:sp>
      <p:pic>
        <p:nvPicPr>
          <p:cNvPr id="115" name="Picture 114"/>
          <p:cNvPicPr>
            <a:picLocks noChangeAspect="1"/>
          </p:cNvPicPr>
          <p:nvPr/>
        </p:nvPicPr>
        <p:blipFill>
          <a:blip r:embed="rId15">
            <a:lum/>
            <a:alphaModFix/>
          </a:blip>
          <a:srcRect/>
          <a:stretch>
            <a:fillRect/>
          </a:stretch>
        </p:blipFill>
        <p:spPr>
          <a:xfrm>
            <a:off x="26753999" y="6463596"/>
            <a:ext cx="5627159" cy="575388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TextBox 115"/>
          <p:cNvSpPr txBox="1"/>
          <p:nvPr/>
        </p:nvSpPr>
        <p:spPr>
          <a:xfrm>
            <a:off x="31238159" y="10057310"/>
            <a:ext cx="1142999" cy="346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vert="horz" lIns="90000" tIns="45000" rIns="90000" bIns="45000" compatLnSpc="0">
            <a:spAutoFit/>
          </a:bodyPr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800" b="0" i="0" u="none" strike="noStrike" kern="1200" dirty="0">
                <a:ln>
                  <a:noFill/>
                </a:ln>
                <a:latin typeface="Arial" pitchFamily="18"/>
                <a:ea typeface="Lucida Sans Unicode" pitchFamily="2"/>
                <a:cs typeface="Tahoma" pitchFamily="2"/>
              </a:rPr>
              <a:t>Arg270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28890233" y="8606910"/>
            <a:ext cx="1142999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vert="horz" lIns="90000" tIns="45000" rIns="90000" bIns="45000" compatLnSpc="0">
            <a:spAutoFit/>
          </a:bodyPr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800" b="0" i="0" u="none" strike="noStrike" kern="1200" dirty="0">
                <a:ln>
                  <a:noFill/>
                </a:ln>
                <a:latin typeface="Arial" pitchFamily="18"/>
                <a:ea typeface="Lucida Sans Unicode" pitchFamily="2"/>
                <a:cs typeface="Tahoma" pitchFamily="2"/>
              </a:rPr>
              <a:t>Asp282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PosterPresentations.com-100CMx100CM">
  <a:themeElements>
    <a:clrScheme name="Metro">
      <a:dk1>
        <a:sysClr val="windowText" lastClr="000000"/>
      </a:dk1>
      <a:lt1>
        <a:sysClr val="window" lastClr="FFFFFF"/>
      </a:lt1>
      <a:dk2>
        <a:srgbClr val="4E5B6F"/>
      </a:dk2>
      <a:lt2>
        <a:srgbClr val="D6ECFF"/>
      </a:lt2>
      <a:accent1>
        <a:srgbClr val="7FD13B"/>
      </a:accent1>
      <a:accent2>
        <a:srgbClr val="EA157A"/>
      </a:accent2>
      <a:accent3>
        <a:srgbClr val="FEB80A"/>
      </a:accent3>
      <a:accent4>
        <a:srgbClr val="00ADDC"/>
      </a:accent4>
      <a:accent5>
        <a:srgbClr val="738AC8"/>
      </a:accent5>
      <a:accent6>
        <a:srgbClr val="1AB39F"/>
      </a:accent6>
      <a:hlink>
        <a:srgbClr val="EB8803"/>
      </a:hlink>
      <a:folHlink>
        <a:srgbClr val="5F7791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Classic 3 Columns">
  <a:themeElements>
    <a:clrScheme name="Metro">
      <a:dk1>
        <a:sysClr val="windowText" lastClr="000000"/>
      </a:dk1>
      <a:lt1>
        <a:sysClr val="window" lastClr="FFFFFF"/>
      </a:lt1>
      <a:dk2>
        <a:srgbClr val="4E5B6F"/>
      </a:dk2>
      <a:lt2>
        <a:srgbClr val="D6ECFF"/>
      </a:lt2>
      <a:accent1>
        <a:srgbClr val="7FD13B"/>
      </a:accent1>
      <a:accent2>
        <a:srgbClr val="EA157A"/>
      </a:accent2>
      <a:accent3>
        <a:srgbClr val="FEB80A"/>
      </a:accent3>
      <a:accent4>
        <a:srgbClr val="00ADDC"/>
      </a:accent4>
      <a:accent5>
        <a:srgbClr val="738AC8"/>
      </a:accent5>
      <a:accent6>
        <a:srgbClr val="1AB39F"/>
      </a:accent6>
      <a:hlink>
        <a:srgbClr val="EB8803"/>
      </a:hlink>
      <a:folHlink>
        <a:srgbClr val="5F7791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Classic - Wide Center">
  <a:themeElements>
    <a:clrScheme name="Metro">
      <a:dk1>
        <a:sysClr val="windowText" lastClr="000000"/>
      </a:dk1>
      <a:lt1>
        <a:sysClr val="window" lastClr="FFFFFF"/>
      </a:lt1>
      <a:dk2>
        <a:srgbClr val="4E5B6F"/>
      </a:dk2>
      <a:lt2>
        <a:srgbClr val="D6ECFF"/>
      </a:lt2>
      <a:accent1>
        <a:srgbClr val="7FD13B"/>
      </a:accent1>
      <a:accent2>
        <a:srgbClr val="EA157A"/>
      </a:accent2>
      <a:accent3>
        <a:srgbClr val="FEB80A"/>
      </a:accent3>
      <a:accent4>
        <a:srgbClr val="00ADDC"/>
      </a:accent4>
      <a:accent5>
        <a:srgbClr val="738AC8"/>
      </a:accent5>
      <a:accent6>
        <a:srgbClr val="1AB39F"/>
      </a:accent6>
      <a:hlink>
        <a:srgbClr val="EB8803"/>
      </a:hlink>
      <a:folHlink>
        <a:srgbClr val="5F7791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430</TotalTime>
  <Words>575</Words>
  <Application>Microsoft Office PowerPoint</Application>
  <PresentationFormat>Custom</PresentationFormat>
  <Paragraphs>55</Paragraphs>
  <Slides>1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3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PosterPresentations.com-100CMx100CM</vt:lpstr>
      <vt:lpstr>1_Classic 3 Columns</vt:lpstr>
      <vt:lpstr>Classic - Wide Center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PosterPresentations.com - 510.649.3001</dc:creator>
  <dc:description>This template is the property of PosterPresentations.com. Call us if you need help with this poster template._x000d_
1-866-649-3004           _x000d_
 (c)PosterPresentations.com</dc:description>
  <cp:lastModifiedBy>Rajeev</cp:lastModifiedBy>
  <cp:revision>78</cp:revision>
  <dcterms:created xsi:type="dcterms:W3CDTF">2011-04-01T17:29:00Z</dcterms:created>
  <dcterms:modified xsi:type="dcterms:W3CDTF">2013-07-01T23:24:42Z</dcterms:modified>
</cp:coreProperties>
</file>